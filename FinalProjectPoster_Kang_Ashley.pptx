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Lst>
  <p:sldSz cy="21945600" cx="27432000"/>
  <p:notesSz cx="6858000" cy="9144000"/>
  <p:embeddedFontLst>
    <p:embeddedFont>
      <p:font typeface="Merriweather"/>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912">
          <p15:clr>
            <a:srgbClr val="747775"/>
          </p15:clr>
        </p15:guide>
        <p15:guide id="2" pos="86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40061D-20DE-4661-B9E2-4C5409DDBD90}">
  <a:tblStyle styleId="{2240061D-20DE-4661-B9E2-4C5409DDBD9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912" orient="horz"/>
        <p:guide pos="86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font" Target="fonts/Merriweather-boldItalic.fntdata"/><Relationship Id="rId10" Type="http://schemas.openxmlformats.org/officeDocument/2006/relationships/font" Target="fonts/Merriweather-italic.fntdata"/><Relationship Id="rId9" Type="http://schemas.openxmlformats.org/officeDocument/2006/relationships/font" Target="fonts/Merriweath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Merriweath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86186" y="685800"/>
            <a:ext cx="42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286186" y="685800"/>
            <a:ext cx="42864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935125" y="3176853"/>
            <a:ext cx="25561800" cy="8757900"/>
          </a:xfrm>
          <a:prstGeom prst="rect">
            <a:avLst/>
          </a:prstGeom>
        </p:spPr>
        <p:txBody>
          <a:bodyPr anchorCtr="0" anchor="b" bIns="312875" lIns="312875" spcFirstLastPara="1" rIns="312875" wrap="square" tIns="312875">
            <a:normAutofit/>
          </a:bodyPr>
          <a:lstStyle>
            <a:lvl1pPr lvl="0" algn="ctr">
              <a:spcBef>
                <a:spcPts val="0"/>
              </a:spcBef>
              <a:spcAft>
                <a:spcPts val="0"/>
              </a:spcAft>
              <a:buSzPts val="17800"/>
              <a:buNone/>
              <a:defRPr sz="17800"/>
            </a:lvl1pPr>
            <a:lvl2pPr lvl="1" algn="ctr">
              <a:spcBef>
                <a:spcPts val="0"/>
              </a:spcBef>
              <a:spcAft>
                <a:spcPts val="0"/>
              </a:spcAft>
              <a:buSzPts val="17800"/>
              <a:buNone/>
              <a:defRPr sz="17800"/>
            </a:lvl2pPr>
            <a:lvl3pPr lvl="2" algn="ctr">
              <a:spcBef>
                <a:spcPts val="0"/>
              </a:spcBef>
              <a:spcAft>
                <a:spcPts val="0"/>
              </a:spcAft>
              <a:buSzPts val="17800"/>
              <a:buNone/>
              <a:defRPr sz="17800"/>
            </a:lvl3pPr>
            <a:lvl4pPr lvl="3" algn="ctr">
              <a:spcBef>
                <a:spcPts val="0"/>
              </a:spcBef>
              <a:spcAft>
                <a:spcPts val="0"/>
              </a:spcAft>
              <a:buSzPts val="17800"/>
              <a:buNone/>
              <a:defRPr sz="17800"/>
            </a:lvl4pPr>
            <a:lvl5pPr lvl="4" algn="ctr">
              <a:spcBef>
                <a:spcPts val="0"/>
              </a:spcBef>
              <a:spcAft>
                <a:spcPts val="0"/>
              </a:spcAft>
              <a:buSzPts val="17800"/>
              <a:buNone/>
              <a:defRPr sz="17800"/>
            </a:lvl5pPr>
            <a:lvl6pPr lvl="5" algn="ctr">
              <a:spcBef>
                <a:spcPts val="0"/>
              </a:spcBef>
              <a:spcAft>
                <a:spcPts val="0"/>
              </a:spcAft>
              <a:buSzPts val="17800"/>
              <a:buNone/>
              <a:defRPr sz="17800"/>
            </a:lvl6pPr>
            <a:lvl7pPr lvl="6" algn="ctr">
              <a:spcBef>
                <a:spcPts val="0"/>
              </a:spcBef>
              <a:spcAft>
                <a:spcPts val="0"/>
              </a:spcAft>
              <a:buSzPts val="17800"/>
              <a:buNone/>
              <a:defRPr sz="17800"/>
            </a:lvl7pPr>
            <a:lvl8pPr lvl="7" algn="ctr">
              <a:spcBef>
                <a:spcPts val="0"/>
              </a:spcBef>
              <a:spcAft>
                <a:spcPts val="0"/>
              </a:spcAft>
              <a:buSzPts val="17800"/>
              <a:buNone/>
              <a:defRPr sz="17800"/>
            </a:lvl8pPr>
            <a:lvl9pPr lvl="8" algn="ctr">
              <a:spcBef>
                <a:spcPts val="0"/>
              </a:spcBef>
              <a:spcAft>
                <a:spcPts val="0"/>
              </a:spcAft>
              <a:buSzPts val="17800"/>
              <a:buNone/>
              <a:defRPr sz="17800"/>
            </a:lvl9pPr>
          </a:lstStyle>
          <a:p/>
        </p:txBody>
      </p:sp>
      <p:sp>
        <p:nvSpPr>
          <p:cNvPr id="11" name="Google Shape;11;p2"/>
          <p:cNvSpPr txBox="1"/>
          <p:nvPr>
            <p:ph idx="1" type="subTitle"/>
          </p:nvPr>
        </p:nvSpPr>
        <p:spPr>
          <a:xfrm>
            <a:off x="935100" y="12092267"/>
            <a:ext cx="25561800" cy="3381900"/>
          </a:xfrm>
          <a:prstGeom prst="rect">
            <a:avLst/>
          </a:prstGeom>
        </p:spPr>
        <p:txBody>
          <a:bodyPr anchorCtr="0" anchor="t" bIns="312875" lIns="312875" spcFirstLastPara="1" rIns="312875" wrap="square" tIns="312875">
            <a:norm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p:txBody>
      </p:sp>
      <p:sp>
        <p:nvSpPr>
          <p:cNvPr id="12" name="Google Shape;12;p2"/>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935100" y="9176960"/>
            <a:ext cx="25561800" cy="3591600"/>
          </a:xfrm>
          <a:prstGeom prst="rect">
            <a:avLst/>
          </a:prstGeom>
        </p:spPr>
        <p:txBody>
          <a:bodyPr anchorCtr="0" anchor="ctr" bIns="312875" lIns="312875" spcFirstLastPara="1" rIns="312875" wrap="square" tIns="312875">
            <a:normAutofit/>
          </a:bodyPr>
          <a:lstStyle>
            <a:lvl1pPr lvl="0" algn="ctr">
              <a:spcBef>
                <a:spcPts val="0"/>
              </a:spcBef>
              <a:spcAft>
                <a:spcPts val="0"/>
              </a:spcAft>
              <a:buSzPts val="12300"/>
              <a:buNone/>
              <a:defRPr sz="12300"/>
            </a:lvl1pPr>
            <a:lvl2pPr lvl="1" algn="ctr">
              <a:spcBef>
                <a:spcPts val="0"/>
              </a:spcBef>
              <a:spcAft>
                <a:spcPts val="0"/>
              </a:spcAft>
              <a:buSzPts val="12300"/>
              <a:buNone/>
              <a:defRPr sz="12300"/>
            </a:lvl2pPr>
            <a:lvl3pPr lvl="2" algn="ctr">
              <a:spcBef>
                <a:spcPts val="0"/>
              </a:spcBef>
              <a:spcAft>
                <a:spcPts val="0"/>
              </a:spcAft>
              <a:buSzPts val="12300"/>
              <a:buNone/>
              <a:defRPr sz="12300"/>
            </a:lvl3pPr>
            <a:lvl4pPr lvl="3" algn="ctr">
              <a:spcBef>
                <a:spcPts val="0"/>
              </a:spcBef>
              <a:spcAft>
                <a:spcPts val="0"/>
              </a:spcAft>
              <a:buSzPts val="12300"/>
              <a:buNone/>
              <a:defRPr sz="12300"/>
            </a:lvl4pPr>
            <a:lvl5pPr lvl="4" algn="ctr">
              <a:spcBef>
                <a:spcPts val="0"/>
              </a:spcBef>
              <a:spcAft>
                <a:spcPts val="0"/>
              </a:spcAft>
              <a:buSzPts val="12300"/>
              <a:buNone/>
              <a:defRPr sz="12300"/>
            </a:lvl5pPr>
            <a:lvl6pPr lvl="5" algn="ctr">
              <a:spcBef>
                <a:spcPts val="0"/>
              </a:spcBef>
              <a:spcAft>
                <a:spcPts val="0"/>
              </a:spcAft>
              <a:buSzPts val="12300"/>
              <a:buNone/>
              <a:defRPr sz="12300"/>
            </a:lvl6pPr>
            <a:lvl7pPr lvl="6" algn="ctr">
              <a:spcBef>
                <a:spcPts val="0"/>
              </a:spcBef>
              <a:spcAft>
                <a:spcPts val="0"/>
              </a:spcAft>
              <a:buSzPts val="12300"/>
              <a:buNone/>
              <a:defRPr sz="12300"/>
            </a:lvl7pPr>
            <a:lvl8pPr lvl="7" algn="ctr">
              <a:spcBef>
                <a:spcPts val="0"/>
              </a:spcBef>
              <a:spcAft>
                <a:spcPts val="0"/>
              </a:spcAft>
              <a:buSzPts val="12300"/>
              <a:buNone/>
              <a:defRPr sz="12300"/>
            </a:lvl8pPr>
            <a:lvl9pPr lvl="8" algn="ctr">
              <a:spcBef>
                <a:spcPts val="0"/>
              </a:spcBef>
              <a:spcAft>
                <a:spcPts val="0"/>
              </a:spcAft>
              <a:buSzPts val="12300"/>
              <a:buNone/>
              <a:defRPr sz="12300"/>
            </a:lvl9pPr>
          </a:lstStyle>
          <a:p/>
        </p:txBody>
      </p:sp>
      <p:sp>
        <p:nvSpPr>
          <p:cNvPr id="15" name="Google Shape;15;p3"/>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935100" y="1898773"/>
            <a:ext cx="25561800" cy="2443500"/>
          </a:xfrm>
          <a:prstGeom prst="rect">
            <a:avLst/>
          </a:prstGeom>
        </p:spPr>
        <p:txBody>
          <a:bodyPr anchorCtr="0" anchor="t" bIns="312875" lIns="312875" spcFirstLastPara="1" rIns="312875" wrap="square" tIns="312875">
            <a:normAutofit/>
          </a:bodyPr>
          <a:lstStyle>
            <a:lvl1pPr lvl="0">
              <a:spcBef>
                <a:spcPts val="0"/>
              </a:spcBef>
              <a:spcAft>
                <a:spcPts val="0"/>
              </a:spcAft>
              <a:buSzPts val="9600"/>
              <a:buNone/>
              <a:defRPr/>
            </a:lvl1pPr>
            <a:lvl2pPr lvl="1">
              <a:spcBef>
                <a:spcPts val="0"/>
              </a:spcBef>
              <a:spcAft>
                <a:spcPts val="0"/>
              </a:spcAft>
              <a:buSzPts val="9600"/>
              <a:buNone/>
              <a:defRPr/>
            </a:lvl2pPr>
            <a:lvl3pPr lvl="2">
              <a:spcBef>
                <a:spcPts val="0"/>
              </a:spcBef>
              <a:spcAft>
                <a:spcPts val="0"/>
              </a:spcAft>
              <a:buSzPts val="9600"/>
              <a:buNone/>
              <a:defRPr/>
            </a:lvl3pPr>
            <a:lvl4pPr lvl="3">
              <a:spcBef>
                <a:spcPts val="0"/>
              </a:spcBef>
              <a:spcAft>
                <a:spcPts val="0"/>
              </a:spcAft>
              <a:buSzPts val="9600"/>
              <a:buNone/>
              <a:defRPr/>
            </a:lvl4pPr>
            <a:lvl5pPr lvl="4">
              <a:spcBef>
                <a:spcPts val="0"/>
              </a:spcBef>
              <a:spcAft>
                <a:spcPts val="0"/>
              </a:spcAft>
              <a:buSzPts val="9600"/>
              <a:buNone/>
              <a:defRPr/>
            </a:lvl5pPr>
            <a:lvl6pPr lvl="5">
              <a:spcBef>
                <a:spcPts val="0"/>
              </a:spcBef>
              <a:spcAft>
                <a:spcPts val="0"/>
              </a:spcAft>
              <a:buSzPts val="9600"/>
              <a:buNone/>
              <a:defRPr/>
            </a:lvl6pPr>
            <a:lvl7pPr lvl="6">
              <a:spcBef>
                <a:spcPts val="0"/>
              </a:spcBef>
              <a:spcAft>
                <a:spcPts val="0"/>
              </a:spcAft>
              <a:buSzPts val="9600"/>
              <a:buNone/>
              <a:defRPr/>
            </a:lvl7pPr>
            <a:lvl8pPr lvl="7">
              <a:spcBef>
                <a:spcPts val="0"/>
              </a:spcBef>
              <a:spcAft>
                <a:spcPts val="0"/>
              </a:spcAft>
              <a:buSzPts val="9600"/>
              <a:buNone/>
              <a:defRPr/>
            </a:lvl8pPr>
            <a:lvl9pPr lvl="8">
              <a:spcBef>
                <a:spcPts val="0"/>
              </a:spcBef>
              <a:spcAft>
                <a:spcPts val="0"/>
              </a:spcAft>
              <a:buSzPts val="9600"/>
              <a:buNone/>
              <a:defRPr/>
            </a:lvl9pPr>
          </a:lstStyle>
          <a:p/>
        </p:txBody>
      </p:sp>
      <p:sp>
        <p:nvSpPr>
          <p:cNvPr id="18" name="Google Shape;18;p4"/>
          <p:cNvSpPr txBox="1"/>
          <p:nvPr>
            <p:ph idx="1" type="body"/>
          </p:nvPr>
        </p:nvSpPr>
        <p:spPr>
          <a:xfrm>
            <a:off x="935100" y="4917227"/>
            <a:ext cx="25561800" cy="14576700"/>
          </a:xfrm>
          <a:prstGeom prst="rect">
            <a:avLst/>
          </a:prstGeom>
        </p:spPr>
        <p:txBody>
          <a:bodyPr anchorCtr="0" anchor="t" bIns="312875" lIns="312875" spcFirstLastPara="1" rIns="312875" wrap="square" tIns="312875">
            <a:normAutofit/>
          </a:bodyPr>
          <a:lstStyle>
            <a:lvl1pPr indent="-622300" lvl="0" marL="457200">
              <a:spcBef>
                <a:spcPts val="0"/>
              </a:spcBef>
              <a:spcAft>
                <a:spcPts val="0"/>
              </a:spcAft>
              <a:buSzPts val="6200"/>
              <a:buChar char="●"/>
              <a:defRPr/>
            </a:lvl1pPr>
            <a:lvl2pPr indent="-533400" lvl="1" marL="914400">
              <a:spcBef>
                <a:spcPts val="0"/>
              </a:spcBef>
              <a:spcAft>
                <a:spcPts val="0"/>
              </a:spcAft>
              <a:buSzPts val="4800"/>
              <a:buChar char="○"/>
              <a:defRPr/>
            </a:lvl2pPr>
            <a:lvl3pPr indent="-533400" lvl="2" marL="1371600">
              <a:spcBef>
                <a:spcPts val="0"/>
              </a:spcBef>
              <a:spcAft>
                <a:spcPts val="0"/>
              </a:spcAft>
              <a:buSzPts val="4800"/>
              <a:buChar char="■"/>
              <a:defRPr/>
            </a:lvl3pPr>
            <a:lvl4pPr indent="-533400" lvl="3" marL="1828800">
              <a:spcBef>
                <a:spcPts val="0"/>
              </a:spcBef>
              <a:spcAft>
                <a:spcPts val="0"/>
              </a:spcAft>
              <a:buSzPts val="4800"/>
              <a:buChar char="●"/>
              <a:defRPr/>
            </a:lvl4pPr>
            <a:lvl5pPr indent="-533400" lvl="4" marL="2286000">
              <a:spcBef>
                <a:spcPts val="0"/>
              </a:spcBef>
              <a:spcAft>
                <a:spcPts val="0"/>
              </a:spcAft>
              <a:buSzPts val="4800"/>
              <a:buChar char="○"/>
              <a:defRPr/>
            </a:lvl5pPr>
            <a:lvl6pPr indent="-533400" lvl="5" marL="2743200">
              <a:spcBef>
                <a:spcPts val="0"/>
              </a:spcBef>
              <a:spcAft>
                <a:spcPts val="0"/>
              </a:spcAft>
              <a:buSzPts val="4800"/>
              <a:buChar char="■"/>
              <a:defRPr/>
            </a:lvl6pPr>
            <a:lvl7pPr indent="-533400" lvl="6" marL="3200400">
              <a:spcBef>
                <a:spcPts val="0"/>
              </a:spcBef>
              <a:spcAft>
                <a:spcPts val="0"/>
              </a:spcAft>
              <a:buSzPts val="4800"/>
              <a:buChar char="●"/>
              <a:defRPr/>
            </a:lvl7pPr>
            <a:lvl8pPr indent="-533400" lvl="7" marL="3657600">
              <a:spcBef>
                <a:spcPts val="0"/>
              </a:spcBef>
              <a:spcAft>
                <a:spcPts val="0"/>
              </a:spcAft>
              <a:buSzPts val="4800"/>
              <a:buChar char="○"/>
              <a:defRPr/>
            </a:lvl8pPr>
            <a:lvl9pPr indent="-533400" lvl="8" marL="4114800">
              <a:spcBef>
                <a:spcPts val="0"/>
              </a:spcBef>
              <a:spcAft>
                <a:spcPts val="0"/>
              </a:spcAft>
              <a:buSzPts val="4800"/>
              <a:buChar char="■"/>
              <a:defRPr/>
            </a:lvl9pPr>
          </a:lstStyle>
          <a:p/>
        </p:txBody>
      </p:sp>
      <p:sp>
        <p:nvSpPr>
          <p:cNvPr id="19" name="Google Shape;19;p4"/>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935100" y="1898773"/>
            <a:ext cx="25561800" cy="2443500"/>
          </a:xfrm>
          <a:prstGeom prst="rect">
            <a:avLst/>
          </a:prstGeom>
        </p:spPr>
        <p:txBody>
          <a:bodyPr anchorCtr="0" anchor="t" bIns="312875" lIns="312875" spcFirstLastPara="1" rIns="312875" wrap="square" tIns="312875">
            <a:normAutofit/>
          </a:bodyPr>
          <a:lstStyle>
            <a:lvl1pPr lvl="0">
              <a:spcBef>
                <a:spcPts val="0"/>
              </a:spcBef>
              <a:spcAft>
                <a:spcPts val="0"/>
              </a:spcAft>
              <a:buSzPts val="9600"/>
              <a:buNone/>
              <a:defRPr/>
            </a:lvl1pPr>
            <a:lvl2pPr lvl="1">
              <a:spcBef>
                <a:spcPts val="0"/>
              </a:spcBef>
              <a:spcAft>
                <a:spcPts val="0"/>
              </a:spcAft>
              <a:buSzPts val="9600"/>
              <a:buNone/>
              <a:defRPr/>
            </a:lvl2pPr>
            <a:lvl3pPr lvl="2">
              <a:spcBef>
                <a:spcPts val="0"/>
              </a:spcBef>
              <a:spcAft>
                <a:spcPts val="0"/>
              </a:spcAft>
              <a:buSzPts val="9600"/>
              <a:buNone/>
              <a:defRPr/>
            </a:lvl3pPr>
            <a:lvl4pPr lvl="3">
              <a:spcBef>
                <a:spcPts val="0"/>
              </a:spcBef>
              <a:spcAft>
                <a:spcPts val="0"/>
              </a:spcAft>
              <a:buSzPts val="9600"/>
              <a:buNone/>
              <a:defRPr/>
            </a:lvl4pPr>
            <a:lvl5pPr lvl="4">
              <a:spcBef>
                <a:spcPts val="0"/>
              </a:spcBef>
              <a:spcAft>
                <a:spcPts val="0"/>
              </a:spcAft>
              <a:buSzPts val="9600"/>
              <a:buNone/>
              <a:defRPr/>
            </a:lvl5pPr>
            <a:lvl6pPr lvl="5">
              <a:spcBef>
                <a:spcPts val="0"/>
              </a:spcBef>
              <a:spcAft>
                <a:spcPts val="0"/>
              </a:spcAft>
              <a:buSzPts val="9600"/>
              <a:buNone/>
              <a:defRPr/>
            </a:lvl6pPr>
            <a:lvl7pPr lvl="6">
              <a:spcBef>
                <a:spcPts val="0"/>
              </a:spcBef>
              <a:spcAft>
                <a:spcPts val="0"/>
              </a:spcAft>
              <a:buSzPts val="9600"/>
              <a:buNone/>
              <a:defRPr/>
            </a:lvl7pPr>
            <a:lvl8pPr lvl="7">
              <a:spcBef>
                <a:spcPts val="0"/>
              </a:spcBef>
              <a:spcAft>
                <a:spcPts val="0"/>
              </a:spcAft>
              <a:buSzPts val="9600"/>
              <a:buNone/>
              <a:defRPr/>
            </a:lvl8pPr>
            <a:lvl9pPr lvl="8">
              <a:spcBef>
                <a:spcPts val="0"/>
              </a:spcBef>
              <a:spcAft>
                <a:spcPts val="0"/>
              </a:spcAft>
              <a:buSzPts val="9600"/>
              <a:buNone/>
              <a:defRPr/>
            </a:lvl9pPr>
          </a:lstStyle>
          <a:p/>
        </p:txBody>
      </p:sp>
      <p:sp>
        <p:nvSpPr>
          <p:cNvPr id="22" name="Google Shape;22;p5"/>
          <p:cNvSpPr txBox="1"/>
          <p:nvPr>
            <p:ph idx="1" type="body"/>
          </p:nvPr>
        </p:nvSpPr>
        <p:spPr>
          <a:xfrm>
            <a:off x="935100" y="4917227"/>
            <a:ext cx="11999700" cy="14576700"/>
          </a:xfrm>
          <a:prstGeom prst="rect">
            <a:avLst/>
          </a:prstGeom>
        </p:spPr>
        <p:txBody>
          <a:bodyPr anchorCtr="0" anchor="t" bIns="312875" lIns="312875" spcFirstLastPara="1" rIns="312875" wrap="square" tIns="312875">
            <a:normAutofit/>
          </a:bodyPr>
          <a:lstStyle>
            <a:lvl1pPr indent="-533400" lvl="0" marL="457200">
              <a:spcBef>
                <a:spcPts val="0"/>
              </a:spcBef>
              <a:spcAft>
                <a:spcPts val="0"/>
              </a:spcAft>
              <a:buSzPts val="4800"/>
              <a:buChar char="●"/>
              <a:defRPr sz="4800"/>
            </a:lvl1pPr>
            <a:lvl2pPr indent="-488950" lvl="1" marL="914400">
              <a:spcBef>
                <a:spcPts val="0"/>
              </a:spcBef>
              <a:spcAft>
                <a:spcPts val="0"/>
              </a:spcAft>
              <a:buSzPts val="4100"/>
              <a:buChar char="○"/>
              <a:defRPr sz="4100"/>
            </a:lvl2pPr>
            <a:lvl3pPr indent="-488950" lvl="2" marL="1371600">
              <a:spcBef>
                <a:spcPts val="0"/>
              </a:spcBef>
              <a:spcAft>
                <a:spcPts val="0"/>
              </a:spcAft>
              <a:buSzPts val="4100"/>
              <a:buChar char="■"/>
              <a:defRPr sz="4100"/>
            </a:lvl3pPr>
            <a:lvl4pPr indent="-488950" lvl="3" marL="1828800">
              <a:spcBef>
                <a:spcPts val="0"/>
              </a:spcBef>
              <a:spcAft>
                <a:spcPts val="0"/>
              </a:spcAft>
              <a:buSzPts val="4100"/>
              <a:buChar char="●"/>
              <a:defRPr sz="4100"/>
            </a:lvl4pPr>
            <a:lvl5pPr indent="-488950" lvl="4" marL="2286000">
              <a:spcBef>
                <a:spcPts val="0"/>
              </a:spcBef>
              <a:spcAft>
                <a:spcPts val="0"/>
              </a:spcAft>
              <a:buSzPts val="4100"/>
              <a:buChar char="○"/>
              <a:defRPr sz="4100"/>
            </a:lvl5pPr>
            <a:lvl6pPr indent="-488950" lvl="5" marL="2743200">
              <a:spcBef>
                <a:spcPts val="0"/>
              </a:spcBef>
              <a:spcAft>
                <a:spcPts val="0"/>
              </a:spcAft>
              <a:buSzPts val="4100"/>
              <a:buChar char="■"/>
              <a:defRPr sz="4100"/>
            </a:lvl6pPr>
            <a:lvl7pPr indent="-488950" lvl="6" marL="3200400">
              <a:spcBef>
                <a:spcPts val="0"/>
              </a:spcBef>
              <a:spcAft>
                <a:spcPts val="0"/>
              </a:spcAft>
              <a:buSzPts val="4100"/>
              <a:buChar char="●"/>
              <a:defRPr sz="4100"/>
            </a:lvl7pPr>
            <a:lvl8pPr indent="-488950" lvl="7" marL="3657600">
              <a:spcBef>
                <a:spcPts val="0"/>
              </a:spcBef>
              <a:spcAft>
                <a:spcPts val="0"/>
              </a:spcAft>
              <a:buSzPts val="4100"/>
              <a:buChar char="○"/>
              <a:defRPr sz="4100"/>
            </a:lvl8pPr>
            <a:lvl9pPr indent="-488950" lvl="8" marL="4114800">
              <a:spcBef>
                <a:spcPts val="0"/>
              </a:spcBef>
              <a:spcAft>
                <a:spcPts val="0"/>
              </a:spcAft>
              <a:buSzPts val="4100"/>
              <a:buChar char="■"/>
              <a:defRPr sz="4100"/>
            </a:lvl9pPr>
          </a:lstStyle>
          <a:p/>
        </p:txBody>
      </p:sp>
      <p:sp>
        <p:nvSpPr>
          <p:cNvPr id="23" name="Google Shape;23;p5"/>
          <p:cNvSpPr txBox="1"/>
          <p:nvPr>
            <p:ph idx="2" type="body"/>
          </p:nvPr>
        </p:nvSpPr>
        <p:spPr>
          <a:xfrm>
            <a:off x="14497200" y="4917227"/>
            <a:ext cx="11999700" cy="14576700"/>
          </a:xfrm>
          <a:prstGeom prst="rect">
            <a:avLst/>
          </a:prstGeom>
        </p:spPr>
        <p:txBody>
          <a:bodyPr anchorCtr="0" anchor="t" bIns="312875" lIns="312875" spcFirstLastPara="1" rIns="312875" wrap="square" tIns="312875">
            <a:normAutofit/>
          </a:bodyPr>
          <a:lstStyle>
            <a:lvl1pPr indent="-533400" lvl="0" marL="457200">
              <a:spcBef>
                <a:spcPts val="0"/>
              </a:spcBef>
              <a:spcAft>
                <a:spcPts val="0"/>
              </a:spcAft>
              <a:buSzPts val="4800"/>
              <a:buChar char="●"/>
              <a:defRPr sz="4800"/>
            </a:lvl1pPr>
            <a:lvl2pPr indent="-488950" lvl="1" marL="914400">
              <a:spcBef>
                <a:spcPts val="0"/>
              </a:spcBef>
              <a:spcAft>
                <a:spcPts val="0"/>
              </a:spcAft>
              <a:buSzPts val="4100"/>
              <a:buChar char="○"/>
              <a:defRPr sz="4100"/>
            </a:lvl2pPr>
            <a:lvl3pPr indent="-488950" lvl="2" marL="1371600">
              <a:spcBef>
                <a:spcPts val="0"/>
              </a:spcBef>
              <a:spcAft>
                <a:spcPts val="0"/>
              </a:spcAft>
              <a:buSzPts val="4100"/>
              <a:buChar char="■"/>
              <a:defRPr sz="4100"/>
            </a:lvl3pPr>
            <a:lvl4pPr indent="-488950" lvl="3" marL="1828800">
              <a:spcBef>
                <a:spcPts val="0"/>
              </a:spcBef>
              <a:spcAft>
                <a:spcPts val="0"/>
              </a:spcAft>
              <a:buSzPts val="4100"/>
              <a:buChar char="●"/>
              <a:defRPr sz="4100"/>
            </a:lvl4pPr>
            <a:lvl5pPr indent="-488950" lvl="4" marL="2286000">
              <a:spcBef>
                <a:spcPts val="0"/>
              </a:spcBef>
              <a:spcAft>
                <a:spcPts val="0"/>
              </a:spcAft>
              <a:buSzPts val="4100"/>
              <a:buChar char="○"/>
              <a:defRPr sz="4100"/>
            </a:lvl5pPr>
            <a:lvl6pPr indent="-488950" lvl="5" marL="2743200">
              <a:spcBef>
                <a:spcPts val="0"/>
              </a:spcBef>
              <a:spcAft>
                <a:spcPts val="0"/>
              </a:spcAft>
              <a:buSzPts val="4100"/>
              <a:buChar char="■"/>
              <a:defRPr sz="4100"/>
            </a:lvl6pPr>
            <a:lvl7pPr indent="-488950" lvl="6" marL="3200400">
              <a:spcBef>
                <a:spcPts val="0"/>
              </a:spcBef>
              <a:spcAft>
                <a:spcPts val="0"/>
              </a:spcAft>
              <a:buSzPts val="4100"/>
              <a:buChar char="●"/>
              <a:defRPr sz="4100"/>
            </a:lvl7pPr>
            <a:lvl8pPr indent="-488950" lvl="7" marL="3657600">
              <a:spcBef>
                <a:spcPts val="0"/>
              </a:spcBef>
              <a:spcAft>
                <a:spcPts val="0"/>
              </a:spcAft>
              <a:buSzPts val="4100"/>
              <a:buChar char="○"/>
              <a:defRPr sz="4100"/>
            </a:lvl8pPr>
            <a:lvl9pPr indent="-488950" lvl="8" marL="4114800">
              <a:spcBef>
                <a:spcPts val="0"/>
              </a:spcBef>
              <a:spcAft>
                <a:spcPts val="0"/>
              </a:spcAft>
              <a:buSzPts val="4100"/>
              <a:buChar char="■"/>
              <a:defRPr sz="4100"/>
            </a:lvl9pPr>
          </a:lstStyle>
          <a:p/>
        </p:txBody>
      </p:sp>
      <p:sp>
        <p:nvSpPr>
          <p:cNvPr id="24" name="Google Shape;24;p5"/>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935100" y="1898773"/>
            <a:ext cx="25561800" cy="2443500"/>
          </a:xfrm>
          <a:prstGeom prst="rect">
            <a:avLst/>
          </a:prstGeom>
        </p:spPr>
        <p:txBody>
          <a:bodyPr anchorCtr="0" anchor="t" bIns="312875" lIns="312875" spcFirstLastPara="1" rIns="312875" wrap="square" tIns="312875">
            <a:normAutofit/>
          </a:bodyPr>
          <a:lstStyle>
            <a:lvl1pPr lvl="0">
              <a:spcBef>
                <a:spcPts val="0"/>
              </a:spcBef>
              <a:spcAft>
                <a:spcPts val="0"/>
              </a:spcAft>
              <a:buSzPts val="9600"/>
              <a:buNone/>
              <a:defRPr/>
            </a:lvl1pPr>
            <a:lvl2pPr lvl="1">
              <a:spcBef>
                <a:spcPts val="0"/>
              </a:spcBef>
              <a:spcAft>
                <a:spcPts val="0"/>
              </a:spcAft>
              <a:buSzPts val="9600"/>
              <a:buNone/>
              <a:defRPr/>
            </a:lvl2pPr>
            <a:lvl3pPr lvl="2">
              <a:spcBef>
                <a:spcPts val="0"/>
              </a:spcBef>
              <a:spcAft>
                <a:spcPts val="0"/>
              </a:spcAft>
              <a:buSzPts val="9600"/>
              <a:buNone/>
              <a:defRPr/>
            </a:lvl3pPr>
            <a:lvl4pPr lvl="3">
              <a:spcBef>
                <a:spcPts val="0"/>
              </a:spcBef>
              <a:spcAft>
                <a:spcPts val="0"/>
              </a:spcAft>
              <a:buSzPts val="9600"/>
              <a:buNone/>
              <a:defRPr/>
            </a:lvl4pPr>
            <a:lvl5pPr lvl="4">
              <a:spcBef>
                <a:spcPts val="0"/>
              </a:spcBef>
              <a:spcAft>
                <a:spcPts val="0"/>
              </a:spcAft>
              <a:buSzPts val="9600"/>
              <a:buNone/>
              <a:defRPr/>
            </a:lvl5pPr>
            <a:lvl6pPr lvl="5">
              <a:spcBef>
                <a:spcPts val="0"/>
              </a:spcBef>
              <a:spcAft>
                <a:spcPts val="0"/>
              </a:spcAft>
              <a:buSzPts val="9600"/>
              <a:buNone/>
              <a:defRPr/>
            </a:lvl6pPr>
            <a:lvl7pPr lvl="6">
              <a:spcBef>
                <a:spcPts val="0"/>
              </a:spcBef>
              <a:spcAft>
                <a:spcPts val="0"/>
              </a:spcAft>
              <a:buSzPts val="9600"/>
              <a:buNone/>
              <a:defRPr/>
            </a:lvl7pPr>
            <a:lvl8pPr lvl="7">
              <a:spcBef>
                <a:spcPts val="0"/>
              </a:spcBef>
              <a:spcAft>
                <a:spcPts val="0"/>
              </a:spcAft>
              <a:buSzPts val="9600"/>
              <a:buNone/>
              <a:defRPr/>
            </a:lvl8pPr>
            <a:lvl9pPr lvl="8">
              <a:spcBef>
                <a:spcPts val="0"/>
              </a:spcBef>
              <a:spcAft>
                <a:spcPts val="0"/>
              </a:spcAft>
              <a:buSzPts val="9600"/>
              <a:buNone/>
              <a:defRPr/>
            </a:lvl9pPr>
          </a:lstStyle>
          <a:p/>
        </p:txBody>
      </p:sp>
      <p:sp>
        <p:nvSpPr>
          <p:cNvPr id="27" name="Google Shape;27;p6"/>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935100" y="2370560"/>
            <a:ext cx="8424000" cy="3224400"/>
          </a:xfrm>
          <a:prstGeom prst="rect">
            <a:avLst/>
          </a:prstGeom>
        </p:spPr>
        <p:txBody>
          <a:bodyPr anchorCtr="0" anchor="b" bIns="312875" lIns="312875" spcFirstLastPara="1" rIns="312875" wrap="square" tIns="312875">
            <a:normAutofit/>
          </a:bodyPr>
          <a:lstStyle>
            <a:lvl1pPr lvl="0">
              <a:spcBef>
                <a:spcPts val="0"/>
              </a:spcBef>
              <a:spcAft>
                <a:spcPts val="0"/>
              </a:spcAft>
              <a:buSzPts val="8200"/>
              <a:buNone/>
              <a:defRPr sz="8200"/>
            </a:lvl1pPr>
            <a:lvl2pPr lvl="1">
              <a:spcBef>
                <a:spcPts val="0"/>
              </a:spcBef>
              <a:spcAft>
                <a:spcPts val="0"/>
              </a:spcAft>
              <a:buSzPts val="8200"/>
              <a:buNone/>
              <a:defRPr sz="8200"/>
            </a:lvl2pPr>
            <a:lvl3pPr lvl="2">
              <a:spcBef>
                <a:spcPts val="0"/>
              </a:spcBef>
              <a:spcAft>
                <a:spcPts val="0"/>
              </a:spcAft>
              <a:buSzPts val="8200"/>
              <a:buNone/>
              <a:defRPr sz="8200"/>
            </a:lvl3pPr>
            <a:lvl4pPr lvl="3">
              <a:spcBef>
                <a:spcPts val="0"/>
              </a:spcBef>
              <a:spcAft>
                <a:spcPts val="0"/>
              </a:spcAft>
              <a:buSzPts val="8200"/>
              <a:buNone/>
              <a:defRPr sz="8200"/>
            </a:lvl4pPr>
            <a:lvl5pPr lvl="4">
              <a:spcBef>
                <a:spcPts val="0"/>
              </a:spcBef>
              <a:spcAft>
                <a:spcPts val="0"/>
              </a:spcAft>
              <a:buSzPts val="8200"/>
              <a:buNone/>
              <a:defRPr sz="8200"/>
            </a:lvl5pPr>
            <a:lvl6pPr lvl="5">
              <a:spcBef>
                <a:spcPts val="0"/>
              </a:spcBef>
              <a:spcAft>
                <a:spcPts val="0"/>
              </a:spcAft>
              <a:buSzPts val="8200"/>
              <a:buNone/>
              <a:defRPr sz="8200"/>
            </a:lvl6pPr>
            <a:lvl7pPr lvl="6">
              <a:spcBef>
                <a:spcPts val="0"/>
              </a:spcBef>
              <a:spcAft>
                <a:spcPts val="0"/>
              </a:spcAft>
              <a:buSzPts val="8200"/>
              <a:buNone/>
              <a:defRPr sz="8200"/>
            </a:lvl7pPr>
            <a:lvl8pPr lvl="7">
              <a:spcBef>
                <a:spcPts val="0"/>
              </a:spcBef>
              <a:spcAft>
                <a:spcPts val="0"/>
              </a:spcAft>
              <a:buSzPts val="8200"/>
              <a:buNone/>
              <a:defRPr sz="8200"/>
            </a:lvl8pPr>
            <a:lvl9pPr lvl="8">
              <a:spcBef>
                <a:spcPts val="0"/>
              </a:spcBef>
              <a:spcAft>
                <a:spcPts val="0"/>
              </a:spcAft>
              <a:buSzPts val="8200"/>
              <a:buNone/>
              <a:defRPr sz="8200"/>
            </a:lvl9pPr>
          </a:lstStyle>
          <a:p/>
        </p:txBody>
      </p:sp>
      <p:sp>
        <p:nvSpPr>
          <p:cNvPr id="30" name="Google Shape;30;p7"/>
          <p:cNvSpPr txBox="1"/>
          <p:nvPr>
            <p:ph idx="1" type="body"/>
          </p:nvPr>
        </p:nvSpPr>
        <p:spPr>
          <a:xfrm>
            <a:off x="935100" y="5928960"/>
            <a:ext cx="8424000" cy="13565400"/>
          </a:xfrm>
          <a:prstGeom prst="rect">
            <a:avLst/>
          </a:prstGeom>
        </p:spPr>
        <p:txBody>
          <a:bodyPr anchorCtr="0" anchor="t" bIns="312875" lIns="312875" spcFirstLastPara="1" rIns="312875" wrap="square" tIns="312875">
            <a:normAutofit/>
          </a:bodyPr>
          <a:lstStyle>
            <a:lvl1pPr indent="-488950" lvl="0" marL="457200">
              <a:spcBef>
                <a:spcPts val="0"/>
              </a:spcBef>
              <a:spcAft>
                <a:spcPts val="0"/>
              </a:spcAft>
              <a:buSzPts val="4100"/>
              <a:buChar char="●"/>
              <a:defRPr sz="4100"/>
            </a:lvl1pPr>
            <a:lvl2pPr indent="-488950" lvl="1" marL="914400">
              <a:spcBef>
                <a:spcPts val="0"/>
              </a:spcBef>
              <a:spcAft>
                <a:spcPts val="0"/>
              </a:spcAft>
              <a:buSzPts val="4100"/>
              <a:buChar char="○"/>
              <a:defRPr sz="4100"/>
            </a:lvl2pPr>
            <a:lvl3pPr indent="-488950" lvl="2" marL="1371600">
              <a:spcBef>
                <a:spcPts val="0"/>
              </a:spcBef>
              <a:spcAft>
                <a:spcPts val="0"/>
              </a:spcAft>
              <a:buSzPts val="4100"/>
              <a:buChar char="■"/>
              <a:defRPr sz="4100"/>
            </a:lvl3pPr>
            <a:lvl4pPr indent="-488950" lvl="3" marL="1828800">
              <a:spcBef>
                <a:spcPts val="0"/>
              </a:spcBef>
              <a:spcAft>
                <a:spcPts val="0"/>
              </a:spcAft>
              <a:buSzPts val="4100"/>
              <a:buChar char="●"/>
              <a:defRPr sz="4100"/>
            </a:lvl4pPr>
            <a:lvl5pPr indent="-488950" lvl="4" marL="2286000">
              <a:spcBef>
                <a:spcPts val="0"/>
              </a:spcBef>
              <a:spcAft>
                <a:spcPts val="0"/>
              </a:spcAft>
              <a:buSzPts val="4100"/>
              <a:buChar char="○"/>
              <a:defRPr sz="4100"/>
            </a:lvl5pPr>
            <a:lvl6pPr indent="-488950" lvl="5" marL="2743200">
              <a:spcBef>
                <a:spcPts val="0"/>
              </a:spcBef>
              <a:spcAft>
                <a:spcPts val="0"/>
              </a:spcAft>
              <a:buSzPts val="4100"/>
              <a:buChar char="■"/>
              <a:defRPr sz="4100"/>
            </a:lvl6pPr>
            <a:lvl7pPr indent="-488950" lvl="6" marL="3200400">
              <a:spcBef>
                <a:spcPts val="0"/>
              </a:spcBef>
              <a:spcAft>
                <a:spcPts val="0"/>
              </a:spcAft>
              <a:buSzPts val="4100"/>
              <a:buChar char="●"/>
              <a:defRPr sz="4100"/>
            </a:lvl7pPr>
            <a:lvl8pPr indent="-488950" lvl="7" marL="3657600">
              <a:spcBef>
                <a:spcPts val="0"/>
              </a:spcBef>
              <a:spcAft>
                <a:spcPts val="0"/>
              </a:spcAft>
              <a:buSzPts val="4100"/>
              <a:buChar char="○"/>
              <a:defRPr sz="4100"/>
            </a:lvl8pPr>
            <a:lvl9pPr indent="-488950" lvl="8" marL="4114800">
              <a:spcBef>
                <a:spcPts val="0"/>
              </a:spcBef>
              <a:spcAft>
                <a:spcPts val="0"/>
              </a:spcAft>
              <a:buSzPts val="4100"/>
              <a:buChar char="■"/>
              <a:defRPr sz="4100"/>
            </a:lvl9pPr>
          </a:lstStyle>
          <a:p/>
        </p:txBody>
      </p:sp>
      <p:sp>
        <p:nvSpPr>
          <p:cNvPr id="31" name="Google Shape;31;p7"/>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470750" y="1920640"/>
            <a:ext cx="19103400" cy="17454000"/>
          </a:xfrm>
          <a:prstGeom prst="rect">
            <a:avLst/>
          </a:prstGeom>
        </p:spPr>
        <p:txBody>
          <a:bodyPr anchorCtr="0" anchor="ctr" bIns="312875" lIns="312875" spcFirstLastPara="1" rIns="312875" wrap="square" tIns="312875">
            <a:normAutofit/>
          </a:bodyPr>
          <a:lstStyle>
            <a:lvl1pPr lvl="0">
              <a:spcBef>
                <a:spcPts val="0"/>
              </a:spcBef>
              <a:spcAft>
                <a:spcPts val="0"/>
              </a:spcAft>
              <a:buSzPts val="16400"/>
              <a:buNone/>
              <a:defRPr sz="16400"/>
            </a:lvl1pPr>
            <a:lvl2pPr lvl="1">
              <a:spcBef>
                <a:spcPts val="0"/>
              </a:spcBef>
              <a:spcAft>
                <a:spcPts val="0"/>
              </a:spcAft>
              <a:buSzPts val="16400"/>
              <a:buNone/>
              <a:defRPr sz="16400"/>
            </a:lvl2pPr>
            <a:lvl3pPr lvl="2">
              <a:spcBef>
                <a:spcPts val="0"/>
              </a:spcBef>
              <a:spcAft>
                <a:spcPts val="0"/>
              </a:spcAft>
              <a:buSzPts val="16400"/>
              <a:buNone/>
              <a:defRPr sz="16400"/>
            </a:lvl3pPr>
            <a:lvl4pPr lvl="3">
              <a:spcBef>
                <a:spcPts val="0"/>
              </a:spcBef>
              <a:spcAft>
                <a:spcPts val="0"/>
              </a:spcAft>
              <a:buSzPts val="16400"/>
              <a:buNone/>
              <a:defRPr sz="16400"/>
            </a:lvl4pPr>
            <a:lvl5pPr lvl="4">
              <a:spcBef>
                <a:spcPts val="0"/>
              </a:spcBef>
              <a:spcAft>
                <a:spcPts val="0"/>
              </a:spcAft>
              <a:buSzPts val="16400"/>
              <a:buNone/>
              <a:defRPr sz="16400"/>
            </a:lvl5pPr>
            <a:lvl6pPr lvl="5">
              <a:spcBef>
                <a:spcPts val="0"/>
              </a:spcBef>
              <a:spcAft>
                <a:spcPts val="0"/>
              </a:spcAft>
              <a:buSzPts val="16400"/>
              <a:buNone/>
              <a:defRPr sz="16400"/>
            </a:lvl6pPr>
            <a:lvl7pPr lvl="6">
              <a:spcBef>
                <a:spcPts val="0"/>
              </a:spcBef>
              <a:spcAft>
                <a:spcPts val="0"/>
              </a:spcAft>
              <a:buSzPts val="16400"/>
              <a:buNone/>
              <a:defRPr sz="16400"/>
            </a:lvl7pPr>
            <a:lvl8pPr lvl="7">
              <a:spcBef>
                <a:spcPts val="0"/>
              </a:spcBef>
              <a:spcAft>
                <a:spcPts val="0"/>
              </a:spcAft>
              <a:buSzPts val="16400"/>
              <a:buNone/>
              <a:defRPr sz="16400"/>
            </a:lvl8pPr>
            <a:lvl9pPr lvl="8">
              <a:spcBef>
                <a:spcPts val="0"/>
              </a:spcBef>
              <a:spcAft>
                <a:spcPts val="0"/>
              </a:spcAft>
              <a:buSzPts val="16400"/>
              <a:buNone/>
              <a:defRPr sz="16400"/>
            </a:lvl9pPr>
          </a:lstStyle>
          <a:p/>
        </p:txBody>
      </p:sp>
      <p:sp>
        <p:nvSpPr>
          <p:cNvPr id="34" name="Google Shape;34;p8"/>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3716000" y="-533"/>
            <a:ext cx="13716000" cy="21945600"/>
          </a:xfrm>
          <a:prstGeom prst="rect">
            <a:avLst/>
          </a:prstGeom>
          <a:solidFill>
            <a:schemeClr val="lt2"/>
          </a:solidFill>
          <a:ln>
            <a:noFill/>
          </a:ln>
        </p:spPr>
        <p:txBody>
          <a:bodyPr anchorCtr="0" anchor="ctr" bIns="312875" lIns="312875" spcFirstLastPara="1" rIns="312875" wrap="square" tIns="3128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796500" y="5261547"/>
            <a:ext cx="12135600" cy="6324600"/>
          </a:xfrm>
          <a:prstGeom prst="rect">
            <a:avLst/>
          </a:prstGeom>
        </p:spPr>
        <p:txBody>
          <a:bodyPr anchorCtr="0" anchor="b" bIns="312875" lIns="312875" spcFirstLastPara="1" rIns="312875" wrap="square" tIns="312875">
            <a:normAutofit/>
          </a:bodyPr>
          <a:lstStyle>
            <a:lvl1pPr lvl="0" algn="ctr">
              <a:spcBef>
                <a:spcPts val="0"/>
              </a:spcBef>
              <a:spcAft>
                <a:spcPts val="0"/>
              </a:spcAft>
              <a:buSzPts val="14400"/>
              <a:buNone/>
              <a:defRPr sz="14400"/>
            </a:lvl1pPr>
            <a:lvl2pPr lvl="1" algn="ctr">
              <a:spcBef>
                <a:spcPts val="0"/>
              </a:spcBef>
              <a:spcAft>
                <a:spcPts val="0"/>
              </a:spcAft>
              <a:buSzPts val="14400"/>
              <a:buNone/>
              <a:defRPr sz="14400"/>
            </a:lvl2pPr>
            <a:lvl3pPr lvl="2" algn="ctr">
              <a:spcBef>
                <a:spcPts val="0"/>
              </a:spcBef>
              <a:spcAft>
                <a:spcPts val="0"/>
              </a:spcAft>
              <a:buSzPts val="14400"/>
              <a:buNone/>
              <a:defRPr sz="14400"/>
            </a:lvl3pPr>
            <a:lvl4pPr lvl="3" algn="ctr">
              <a:spcBef>
                <a:spcPts val="0"/>
              </a:spcBef>
              <a:spcAft>
                <a:spcPts val="0"/>
              </a:spcAft>
              <a:buSzPts val="14400"/>
              <a:buNone/>
              <a:defRPr sz="14400"/>
            </a:lvl4pPr>
            <a:lvl5pPr lvl="4" algn="ctr">
              <a:spcBef>
                <a:spcPts val="0"/>
              </a:spcBef>
              <a:spcAft>
                <a:spcPts val="0"/>
              </a:spcAft>
              <a:buSzPts val="14400"/>
              <a:buNone/>
              <a:defRPr sz="14400"/>
            </a:lvl5pPr>
            <a:lvl6pPr lvl="5" algn="ctr">
              <a:spcBef>
                <a:spcPts val="0"/>
              </a:spcBef>
              <a:spcAft>
                <a:spcPts val="0"/>
              </a:spcAft>
              <a:buSzPts val="14400"/>
              <a:buNone/>
              <a:defRPr sz="14400"/>
            </a:lvl6pPr>
            <a:lvl7pPr lvl="6" algn="ctr">
              <a:spcBef>
                <a:spcPts val="0"/>
              </a:spcBef>
              <a:spcAft>
                <a:spcPts val="0"/>
              </a:spcAft>
              <a:buSzPts val="14400"/>
              <a:buNone/>
              <a:defRPr sz="14400"/>
            </a:lvl7pPr>
            <a:lvl8pPr lvl="7" algn="ctr">
              <a:spcBef>
                <a:spcPts val="0"/>
              </a:spcBef>
              <a:spcAft>
                <a:spcPts val="0"/>
              </a:spcAft>
              <a:buSzPts val="14400"/>
              <a:buNone/>
              <a:defRPr sz="14400"/>
            </a:lvl8pPr>
            <a:lvl9pPr lvl="8" algn="ctr">
              <a:spcBef>
                <a:spcPts val="0"/>
              </a:spcBef>
              <a:spcAft>
                <a:spcPts val="0"/>
              </a:spcAft>
              <a:buSzPts val="14400"/>
              <a:buNone/>
              <a:defRPr sz="14400"/>
            </a:lvl9pPr>
          </a:lstStyle>
          <a:p/>
        </p:txBody>
      </p:sp>
      <p:sp>
        <p:nvSpPr>
          <p:cNvPr id="38" name="Google Shape;38;p9"/>
          <p:cNvSpPr txBox="1"/>
          <p:nvPr>
            <p:ph idx="1" type="subTitle"/>
          </p:nvPr>
        </p:nvSpPr>
        <p:spPr>
          <a:xfrm>
            <a:off x="796500" y="11959787"/>
            <a:ext cx="12135600" cy="5269800"/>
          </a:xfrm>
          <a:prstGeom prst="rect">
            <a:avLst/>
          </a:prstGeom>
        </p:spPr>
        <p:txBody>
          <a:bodyPr anchorCtr="0" anchor="t" bIns="312875" lIns="312875" spcFirstLastPara="1" rIns="312875" wrap="square" tIns="312875">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p:txBody>
      </p:sp>
      <p:sp>
        <p:nvSpPr>
          <p:cNvPr id="39" name="Google Shape;39;p9"/>
          <p:cNvSpPr txBox="1"/>
          <p:nvPr>
            <p:ph idx="2" type="body"/>
          </p:nvPr>
        </p:nvSpPr>
        <p:spPr>
          <a:xfrm>
            <a:off x="14818500" y="3089387"/>
            <a:ext cx="11511000" cy="15765900"/>
          </a:xfrm>
          <a:prstGeom prst="rect">
            <a:avLst/>
          </a:prstGeom>
        </p:spPr>
        <p:txBody>
          <a:bodyPr anchorCtr="0" anchor="ctr" bIns="312875" lIns="312875" spcFirstLastPara="1" rIns="312875" wrap="square" tIns="312875">
            <a:normAutofit/>
          </a:bodyPr>
          <a:lstStyle>
            <a:lvl1pPr indent="-622300" lvl="0" marL="457200">
              <a:spcBef>
                <a:spcPts val="0"/>
              </a:spcBef>
              <a:spcAft>
                <a:spcPts val="0"/>
              </a:spcAft>
              <a:buSzPts val="6200"/>
              <a:buChar char="●"/>
              <a:defRPr/>
            </a:lvl1pPr>
            <a:lvl2pPr indent="-533400" lvl="1" marL="914400">
              <a:spcBef>
                <a:spcPts val="0"/>
              </a:spcBef>
              <a:spcAft>
                <a:spcPts val="0"/>
              </a:spcAft>
              <a:buSzPts val="4800"/>
              <a:buChar char="○"/>
              <a:defRPr/>
            </a:lvl2pPr>
            <a:lvl3pPr indent="-533400" lvl="2" marL="1371600">
              <a:spcBef>
                <a:spcPts val="0"/>
              </a:spcBef>
              <a:spcAft>
                <a:spcPts val="0"/>
              </a:spcAft>
              <a:buSzPts val="4800"/>
              <a:buChar char="■"/>
              <a:defRPr/>
            </a:lvl3pPr>
            <a:lvl4pPr indent="-533400" lvl="3" marL="1828800">
              <a:spcBef>
                <a:spcPts val="0"/>
              </a:spcBef>
              <a:spcAft>
                <a:spcPts val="0"/>
              </a:spcAft>
              <a:buSzPts val="4800"/>
              <a:buChar char="●"/>
              <a:defRPr/>
            </a:lvl4pPr>
            <a:lvl5pPr indent="-533400" lvl="4" marL="2286000">
              <a:spcBef>
                <a:spcPts val="0"/>
              </a:spcBef>
              <a:spcAft>
                <a:spcPts val="0"/>
              </a:spcAft>
              <a:buSzPts val="4800"/>
              <a:buChar char="○"/>
              <a:defRPr/>
            </a:lvl5pPr>
            <a:lvl6pPr indent="-533400" lvl="5" marL="2743200">
              <a:spcBef>
                <a:spcPts val="0"/>
              </a:spcBef>
              <a:spcAft>
                <a:spcPts val="0"/>
              </a:spcAft>
              <a:buSzPts val="4800"/>
              <a:buChar char="■"/>
              <a:defRPr/>
            </a:lvl6pPr>
            <a:lvl7pPr indent="-533400" lvl="6" marL="3200400">
              <a:spcBef>
                <a:spcPts val="0"/>
              </a:spcBef>
              <a:spcAft>
                <a:spcPts val="0"/>
              </a:spcAft>
              <a:buSzPts val="4800"/>
              <a:buChar char="●"/>
              <a:defRPr/>
            </a:lvl7pPr>
            <a:lvl8pPr indent="-533400" lvl="7" marL="3657600">
              <a:spcBef>
                <a:spcPts val="0"/>
              </a:spcBef>
              <a:spcAft>
                <a:spcPts val="0"/>
              </a:spcAft>
              <a:buSzPts val="4800"/>
              <a:buChar char="○"/>
              <a:defRPr/>
            </a:lvl8pPr>
            <a:lvl9pPr indent="-533400" lvl="8" marL="4114800">
              <a:spcBef>
                <a:spcPts val="0"/>
              </a:spcBef>
              <a:spcAft>
                <a:spcPts val="0"/>
              </a:spcAft>
              <a:buSzPts val="4800"/>
              <a:buChar char="■"/>
              <a:defRPr/>
            </a:lvl9pPr>
          </a:lstStyle>
          <a:p/>
        </p:txBody>
      </p:sp>
      <p:sp>
        <p:nvSpPr>
          <p:cNvPr id="40" name="Google Shape;40;p9"/>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935100" y="18050453"/>
            <a:ext cx="17996400" cy="2581800"/>
          </a:xfrm>
          <a:prstGeom prst="rect">
            <a:avLst/>
          </a:prstGeom>
        </p:spPr>
        <p:txBody>
          <a:bodyPr anchorCtr="0" anchor="ctr" bIns="312875" lIns="312875" spcFirstLastPara="1" rIns="312875" wrap="square" tIns="312875">
            <a:normAutofit/>
          </a:bodyPr>
          <a:lstStyle>
            <a:lvl1pPr indent="-228600" lvl="0" marL="457200">
              <a:lnSpc>
                <a:spcPct val="100000"/>
              </a:lnSpc>
              <a:spcBef>
                <a:spcPts val="0"/>
              </a:spcBef>
              <a:spcAft>
                <a:spcPts val="0"/>
              </a:spcAft>
              <a:buSzPts val="6200"/>
              <a:buNone/>
              <a:defRPr/>
            </a:lvl1pPr>
          </a:lstStyle>
          <a:p/>
        </p:txBody>
      </p:sp>
      <p:sp>
        <p:nvSpPr>
          <p:cNvPr id="43" name="Google Shape;43;p10"/>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935100" y="4719467"/>
            <a:ext cx="25561800" cy="8377500"/>
          </a:xfrm>
          <a:prstGeom prst="rect">
            <a:avLst/>
          </a:prstGeom>
        </p:spPr>
        <p:txBody>
          <a:bodyPr anchorCtr="0" anchor="b" bIns="312875" lIns="312875" spcFirstLastPara="1" rIns="312875" wrap="square" tIns="312875">
            <a:normAutofit/>
          </a:bodyPr>
          <a:lstStyle>
            <a:lvl1pPr lvl="0" algn="ctr">
              <a:spcBef>
                <a:spcPts val="0"/>
              </a:spcBef>
              <a:spcAft>
                <a:spcPts val="0"/>
              </a:spcAft>
              <a:buSzPts val="41100"/>
              <a:buNone/>
              <a:defRPr sz="41100"/>
            </a:lvl1pPr>
            <a:lvl2pPr lvl="1" algn="ctr">
              <a:spcBef>
                <a:spcPts val="0"/>
              </a:spcBef>
              <a:spcAft>
                <a:spcPts val="0"/>
              </a:spcAft>
              <a:buSzPts val="41100"/>
              <a:buNone/>
              <a:defRPr sz="41100"/>
            </a:lvl2pPr>
            <a:lvl3pPr lvl="2" algn="ctr">
              <a:spcBef>
                <a:spcPts val="0"/>
              </a:spcBef>
              <a:spcAft>
                <a:spcPts val="0"/>
              </a:spcAft>
              <a:buSzPts val="41100"/>
              <a:buNone/>
              <a:defRPr sz="41100"/>
            </a:lvl3pPr>
            <a:lvl4pPr lvl="3" algn="ctr">
              <a:spcBef>
                <a:spcPts val="0"/>
              </a:spcBef>
              <a:spcAft>
                <a:spcPts val="0"/>
              </a:spcAft>
              <a:buSzPts val="41100"/>
              <a:buNone/>
              <a:defRPr sz="41100"/>
            </a:lvl4pPr>
            <a:lvl5pPr lvl="4" algn="ctr">
              <a:spcBef>
                <a:spcPts val="0"/>
              </a:spcBef>
              <a:spcAft>
                <a:spcPts val="0"/>
              </a:spcAft>
              <a:buSzPts val="41100"/>
              <a:buNone/>
              <a:defRPr sz="41100"/>
            </a:lvl5pPr>
            <a:lvl6pPr lvl="5" algn="ctr">
              <a:spcBef>
                <a:spcPts val="0"/>
              </a:spcBef>
              <a:spcAft>
                <a:spcPts val="0"/>
              </a:spcAft>
              <a:buSzPts val="41100"/>
              <a:buNone/>
              <a:defRPr sz="41100"/>
            </a:lvl6pPr>
            <a:lvl7pPr lvl="6" algn="ctr">
              <a:spcBef>
                <a:spcPts val="0"/>
              </a:spcBef>
              <a:spcAft>
                <a:spcPts val="0"/>
              </a:spcAft>
              <a:buSzPts val="41100"/>
              <a:buNone/>
              <a:defRPr sz="41100"/>
            </a:lvl7pPr>
            <a:lvl8pPr lvl="7" algn="ctr">
              <a:spcBef>
                <a:spcPts val="0"/>
              </a:spcBef>
              <a:spcAft>
                <a:spcPts val="0"/>
              </a:spcAft>
              <a:buSzPts val="41100"/>
              <a:buNone/>
              <a:defRPr sz="41100"/>
            </a:lvl8pPr>
            <a:lvl9pPr lvl="8" algn="ctr">
              <a:spcBef>
                <a:spcPts val="0"/>
              </a:spcBef>
              <a:spcAft>
                <a:spcPts val="0"/>
              </a:spcAft>
              <a:buSzPts val="41100"/>
              <a:buNone/>
              <a:defRPr sz="41100"/>
            </a:lvl9pPr>
          </a:lstStyle>
          <a:p>
            <a:r>
              <a:t>xx%</a:t>
            </a:r>
          </a:p>
        </p:txBody>
      </p:sp>
      <p:sp>
        <p:nvSpPr>
          <p:cNvPr id="46" name="Google Shape;46;p11"/>
          <p:cNvSpPr txBox="1"/>
          <p:nvPr>
            <p:ph idx="1" type="body"/>
          </p:nvPr>
        </p:nvSpPr>
        <p:spPr>
          <a:xfrm>
            <a:off x="935100" y="13449493"/>
            <a:ext cx="25561800" cy="5550000"/>
          </a:xfrm>
          <a:prstGeom prst="rect">
            <a:avLst/>
          </a:prstGeom>
        </p:spPr>
        <p:txBody>
          <a:bodyPr anchorCtr="0" anchor="t" bIns="312875" lIns="312875" spcFirstLastPara="1" rIns="312875" wrap="square" tIns="312875">
            <a:normAutofit/>
          </a:bodyPr>
          <a:lstStyle>
            <a:lvl1pPr indent="-622300" lvl="0" marL="457200" algn="ctr">
              <a:spcBef>
                <a:spcPts val="0"/>
              </a:spcBef>
              <a:spcAft>
                <a:spcPts val="0"/>
              </a:spcAft>
              <a:buSzPts val="6200"/>
              <a:buChar char="●"/>
              <a:defRPr/>
            </a:lvl1pPr>
            <a:lvl2pPr indent="-533400" lvl="1" marL="914400" algn="ctr">
              <a:spcBef>
                <a:spcPts val="0"/>
              </a:spcBef>
              <a:spcAft>
                <a:spcPts val="0"/>
              </a:spcAft>
              <a:buSzPts val="4800"/>
              <a:buChar char="○"/>
              <a:defRPr/>
            </a:lvl2pPr>
            <a:lvl3pPr indent="-533400" lvl="2" marL="1371600" algn="ctr">
              <a:spcBef>
                <a:spcPts val="0"/>
              </a:spcBef>
              <a:spcAft>
                <a:spcPts val="0"/>
              </a:spcAft>
              <a:buSzPts val="4800"/>
              <a:buChar char="■"/>
              <a:defRPr/>
            </a:lvl3pPr>
            <a:lvl4pPr indent="-533400" lvl="3" marL="1828800" algn="ctr">
              <a:spcBef>
                <a:spcPts val="0"/>
              </a:spcBef>
              <a:spcAft>
                <a:spcPts val="0"/>
              </a:spcAft>
              <a:buSzPts val="4800"/>
              <a:buChar char="●"/>
              <a:defRPr/>
            </a:lvl4pPr>
            <a:lvl5pPr indent="-533400" lvl="4" marL="2286000" algn="ctr">
              <a:spcBef>
                <a:spcPts val="0"/>
              </a:spcBef>
              <a:spcAft>
                <a:spcPts val="0"/>
              </a:spcAft>
              <a:buSzPts val="4800"/>
              <a:buChar char="○"/>
              <a:defRPr/>
            </a:lvl5pPr>
            <a:lvl6pPr indent="-533400" lvl="5" marL="2743200" algn="ctr">
              <a:spcBef>
                <a:spcPts val="0"/>
              </a:spcBef>
              <a:spcAft>
                <a:spcPts val="0"/>
              </a:spcAft>
              <a:buSzPts val="4800"/>
              <a:buChar char="■"/>
              <a:defRPr/>
            </a:lvl6pPr>
            <a:lvl7pPr indent="-533400" lvl="6" marL="3200400" algn="ctr">
              <a:spcBef>
                <a:spcPts val="0"/>
              </a:spcBef>
              <a:spcAft>
                <a:spcPts val="0"/>
              </a:spcAft>
              <a:buSzPts val="4800"/>
              <a:buChar char="●"/>
              <a:defRPr/>
            </a:lvl7pPr>
            <a:lvl8pPr indent="-533400" lvl="7" marL="3657600" algn="ctr">
              <a:spcBef>
                <a:spcPts val="0"/>
              </a:spcBef>
              <a:spcAft>
                <a:spcPts val="0"/>
              </a:spcAft>
              <a:buSzPts val="4800"/>
              <a:buChar char="○"/>
              <a:defRPr/>
            </a:lvl8pPr>
            <a:lvl9pPr indent="-533400" lvl="8" marL="4114800" algn="ctr">
              <a:spcBef>
                <a:spcPts val="0"/>
              </a:spcBef>
              <a:spcAft>
                <a:spcPts val="0"/>
              </a:spcAft>
              <a:buSzPts val="4800"/>
              <a:buChar char="■"/>
              <a:defRPr/>
            </a:lvl9pPr>
          </a:lstStyle>
          <a:p/>
        </p:txBody>
      </p:sp>
      <p:sp>
        <p:nvSpPr>
          <p:cNvPr id="47" name="Google Shape;47;p11"/>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25417373" y="19896392"/>
            <a:ext cx="1646100" cy="1679400"/>
          </a:xfrm>
          <a:prstGeom prst="rect">
            <a:avLst/>
          </a:prstGeom>
        </p:spPr>
        <p:txBody>
          <a:bodyPr anchorCtr="0" anchor="ctr" bIns="312875" lIns="312875" spcFirstLastPara="1" rIns="312875" wrap="square" tIns="3128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35100" y="1898773"/>
            <a:ext cx="25561800" cy="2443500"/>
          </a:xfrm>
          <a:prstGeom prst="rect">
            <a:avLst/>
          </a:prstGeom>
          <a:noFill/>
          <a:ln>
            <a:noFill/>
          </a:ln>
        </p:spPr>
        <p:txBody>
          <a:bodyPr anchorCtr="0" anchor="t" bIns="312875" lIns="312875" spcFirstLastPara="1" rIns="312875" wrap="square" tIns="312875">
            <a:normAutofit/>
          </a:bodyPr>
          <a:lstStyle>
            <a:lvl1pPr lvl="0">
              <a:spcBef>
                <a:spcPts val="0"/>
              </a:spcBef>
              <a:spcAft>
                <a:spcPts val="0"/>
              </a:spcAft>
              <a:buClr>
                <a:schemeClr val="dk1"/>
              </a:buClr>
              <a:buSzPts val="9600"/>
              <a:buNone/>
              <a:defRPr sz="9600">
                <a:solidFill>
                  <a:schemeClr val="dk1"/>
                </a:solidFill>
              </a:defRPr>
            </a:lvl1pPr>
            <a:lvl2pPr lvl="1">
              <a:spcBef>
                <a:spcPts val="0"/>
              </a:spcBef>
              <a:spcAft>
                <a:spcPts val="0"/>
              </a:spcAft>
              <a:buClr>
                <a:schemeClr val="dk1"/>
              </a:buClr>
              <a:buSzPts val="9600"/>
              <a:buNone/>
              <a:defRPr sz="9600">
                <a:solidFill>
                  <a:schemeClr val="dk1"/>
                </a:solidFill>
              </a:defRPr>
            </a:lvl2pPr>
            <a:lvl3pPr lvl="2">
              <a:spcBef>
                <a:spcPts val="0"/>
              </a:spcBef>
              <a:spcAft>
                <a:spcPts val="0"/>
              </a:spcAft>
              <a:buClr>
                <a:schemeClr val="dk1"/>
              </a:buClr>
              <a:buSzPts val="9600"/>
              <a:buNone/>
              <a:defRPr sz="9600">
                <a:solidFill>
                  <a:schemeClr val="dk1"/>
                </a:solidFill>
              </a:defRPr>
            </a:lvl3pPr>
            <a:lvl4pPr lvl="3">
              <a:spcBef>
                <a:spcPts val="0"/>
              </a:spcBef>
              <a:spcAft>
                <a:spcPts val="0"/>
              </a:spcAft>
              <a:buClr>
                <a:schemeClr val="dk1"/>
              </a:buClr>
              <a:buSzPts val="9600"/>
              <a:buNone/>
              <a:defRPr sz="9600">
                <a:solidFill>
                  <a:schemeClr val="dk1"/>
                </a:solidFill>
              </a:defRPr>
            </a:lvl4pPr>
            <a:lvl5pPr lvl="4">
              <a:spcBef>
                <a:spcPts val="0"/>
              </a:spcBef>
              <a:spcAft>
                <a:spcPts val="0"/>
              </a:spcAft>
              <a:buClr>
                <a:schemeClr val="dk1"/>
              </a:buClr>
              <a:buSzPts val="9600"/>
              <a:buNone/>
              <a:defRPr sz="9600">
                <a:solidFill>
                  <a:schemeClr val="dk1"/>
                </a:solidFill>
              </a:defRPr>
            </a:lvl5pPr>
            <a:lvl6pPr lvl="5">
              <a:spcBef>
                <a:spcPts val="0"/>
              </a:spcBef>
              <a:spcAft>
                <a:spcPts val="0"/>
              </a:spcAft>
              <a:buClr>
                <a:schemeClr val="dk1"/>
              </a:buClr>
              <a:buSzPts val="9600"/>
              <a:buNone/>
              <a:defRPr sz="9600">
                <a:solidFill>
                  <a:schemeClr val="dk1"/>
                </a:solidFill>
              </a:defRPr>
            </a:lvl6pPr>
            <a:lvl7pPr lvl="6">
              <a:spcBef>
                <a:spcPts val="0"/>
              </a:spcBef>
              <a:spcAft>
                <a:spcPts val="0"/>
              </a:spcAft>
              <a:buClr>
                <a:schemeClr val="dk1"/>
              </a:buClr>
              <a:buSzPts val="9600"/>
              <a:buNone/>
              <a:defRPr sz="9600">
                <a:solidFill>
                  <a:schemeClr val="dk1"/>
                </a:solidFill>
              </a:defRPr>
            </a:lvl7pPr>
            <a:lvl8pPr lvl="7">
              <a:spcBef>
                <a:spcPts val="0"/>
              </a:spcBef>
              <a:spcAft>
                <a:spcPts val="0"/>
              </a:spcAft>
              <a:buClr>
                <a:schemeClr val="dk1"/>
              </a:buClr>
              <a:buSzPts val="9600"/>
              <a:buNone/>
              <a:defRPr sz="9600">
                <a:solidFill>
                  <a:schemeClr val="dk1"/>
                </a:solidFill>
              </a:defRPr>
            </a:lvl8pPr>
            <a:lvl9pPr lvl="8">
              <a:spcBef>
                <a:spcPts val="0"/>
              </a:spcBef>
              <a:spcAft>
                <a:spcPts val="0"/>
              </a:spcAft>
              <a:buClr>
                <a:schemeClr val="dk1"/>
              </a:buClr>
              <a:buSzPts val="9600"/>
              <a:buNone/>
              <a:defRPr sz="9600">
                <a:solidFill>
                  <a:schemeClr val="dk1"/>
                </a:solidFill>
              </a:defRPr>
            </a:lvl9pPr>
          </a:lstStyle>
          <a:p/>
        </p:txBody>
      </p:sp>
      <p:sp>
        <p:nvSpPr>
          <p:cNvPr id="7" name="Google Shape;7;p1"/>
          <p:cNvSpPr txBox="1"/>
          <p:nvPr>
            <p:ph idx="1" type="body"/>
          </p:nvPr>
        </p:nvSpPr>
        <p:spPr>
          <a:xfrm>
            <a:off x="935100" y="4917227"/>
            <a:ext cx="25561800" cy="14576700"/>
          </a:xfrm>
          <a:prstGeom prst="rect">
            <a:avLst/>
          </a:prstGeom>
          <a:noFill/>
          <a:ln>
            <a:noFill/>
          </a:ln>
        </p:spPr>
        <p:txBody>
          <a:bodyPr anchorCtr="0" anchor="t" bIns="312875" lIns="312875" spcFirstLastPara="1" rIns="312875" wrap="square" tIns="312875">
            <a:normAutofit/>
          </a:bodyPr>
          <a:lstStyle>
            <a:lvl1pPr indent="-622300" lvl="0" marL="457200">
              <a:lnSpc>
                <a:spcPct val="115000"/>
              </a:lnSpc>
              <a:spcBef>
                <a:spcPts val="0"/>
              </a:spcBef>
              <a:spcAft>
                <a:spcPts val="0"/>
              </a:spcAft>
              <a:buClr>
                <a:schemeClr val="dk2"/>
              </a:buClr>
              <a:buSzPts val="6200"/>
              <a:buChar char="●"/>
              <a:defRPr sz="6200">
                <a:solidFill>
                  <a:schemeClr val="dk2"/>
                </a:solidFill>
              </a:defRPr>
            </a:lvl1pPr>
            <a:lvl2pPr indent="-533400" lvl="1" marL="914400">
              <a:lnSpc>
                <a:spcPct val="115000"/>
              </a:lnSpc>
              <a:spcBef>
                <a:spcPts val="0"/>
              </a:spcBef>
              <a:spcAft>
                <a:spcPts val="0"/>
              </a:spcAft>
              <a:buClr>
                <a:schemeClr val="dk2"/>
              </a:buClr>
              <a:buSzPts val="4800"/>
              <a:buChar char="○"/>
              <a:defRPr sz="4800">
                <a:solidFill>
                  <a:schemeClr val="dk2"/>
                </a:solidFill>
              </a:defRPr>
            </a:lvl2pPr>
            <a:lvl3pPr indent="-533400" lvl="2" marL="1371600">
              <a:lnSpc>
                <a:spcPct val="115000"/>
              </a:lnSpc>
              <a:spcBef>
                <a:spcPts val="0"/>
              </a:spcBef>
              <a:spcAft>
                <a:spcPts val="0"/>
              </a:spcAft>
              <a:buClr>
                <a:schemeClr val="dk2"/>
              </a:buClr>
              <a:buSzPts val="4800"/>
              <a:buChar char="■"/>
              <a:defRPr sz="4800">
                <a:solidFill>
                  <a:schemeClr val="dk2"/>
                </a:solidFill>
              </a:defRPr>
            </a:lvl3pPr>
            <a:lvl4pPr indent="-533400" lvl="3" marL="1828800">
              <a:lnSpc>
                <a:spcPct val="115000"/>
              </a:lnSpc>
              <a:spcBef>
                <a:spcPts val="0"/>
              </a:spcBef>
              <a:spcAft>
                <a:spcPts val="0"/>
              </a:spcAft>
              <a:buClr>
                <a:schemeClr val="dk2"/>
              </a:buClr>
              <a:buSzPts val="4800"/>
              <a:buChar char="●"/>
              <a:defRPr sz="4800">
                <a:solidFill>
                  <a:schemeClr val="dk2"/>
                </a:solidFill>
              </a:defRPr>
            </a:lvl4pPr>
            <a:lvl5pPr indent="-533400" lvl="4" marL="2286000">
              <a:lnSpc>
                <a:spcPct val="115000"/>
              </a:lnSpc>
              <a:spcBef>
                <a:spcPts val="0"/>
              </a:spcBef>
              <a:spcAft>
                <a:spcPts val="0"/>
              </a:spcAft>
              <a:buClr>
                <a:schemeClr val="dk2"/>
              </a:buClr>
              <a:buSzPts val="4800"/>
              <a:buChar char="○"/>
              <a:defRPr sz="4800">
                <a:solidFill>
                  <a:schemeClr val="dk2"/>
                </a:solidFill>
              </a:defRPr>
            </a:lvl5pPr>
            <a:lvl6pPr indent="-533400" lvl="5" marL="2743200">
              <a:lnSpc>
                <a:spcPct val="115000"/>
              </a:lnSpc>
              <a:spcBef>
                <a:spcPts val="0"/>
              </a:spcBef>
              <a:spcAft>
                <a:spcPts val="0"/>
              </a:spcAft>
              <a:buClr>
                <a:schemeClr val="dk2"/>
              </a:buClr>
              <a:buSzPts val="4800"/>
              <a:buChar char="■"/>
              <a:defRPr sz="4800">
                <a:solidFill>
                  <a:schemeClr val="dk2"/>
                </a:solidFill>
              </a:defRPr>
            </a:lvl6pPr>
            <a:lvl7pPr indent="-533400" lvl="6" marL="3200400">
              <a:lnSpc>
                <a:spcPct val="115000"/>
              </a:lnSpc>
              <a:spcBef>
                <a:spcPts val="0"/>
              </a:spcBef>
              <a:spcAft>
                <a:spcPts val="0"/>
              </a:spcAft>
              <a:buClr>
                <a:schemeClr val="dk2"/>
              </a:buClr>
              <a:buSzPts val="4800"/>
              <a:buChar char="●"/>
              <a:defRPr sz="4800">
                <a:solidFill>
                  <a:schemeClr val="dk2"/>
                </a:solidFill>
              </a:defRPr>
            </a:lvl7pPr>
            <a:lvl8pPr indent="-533400" lvl="7" marL="3657600">
              <a:lnSpc>
                <a:spcPct val="115000"/>
              </a:lnSpc>
              <a:spcBef>
                <a:spcPts val="0"/>
              </a:spcBef>
              <a:spcAft>
                <a:spcPts val="0"/>
              </a:spcAft>
              <a:buClr>
                <a:schemeClr val="dk2"/>
              </a:buClr>
              <a:buSzPts val="4800"/>
              <a:buChar char="○"/>
              <a:defRPr sz="4800">
                <a:solidFill>
                  <a:schemeClr val="dk2"/>
                </a:solidFill>
              </a:defRPr>
            </a:lvl8pPr>
            <a:lvl9pPr indent="-533400" lvl="8" marL="4114800">
              <a:lnSpc>
                <a:spcPct val="115000"/>
              </a:lnSpc>
              <a:spcBef>
                <a:spcPts val="0"/>
              </a:spcBef>
              <a:spcAft>
                <a:spcPts val="0"/>
              </a:spcAft>
              <a:buClr>
                <a:schemeClr val="dk2"/>
              </a:buClr>
              <a:buSzPts val="4800"/>
              <a:buChar char="■"/>
              <a:defRPr sz="4800">
                <a:solidFill>
                  <a:schemeClr val="dk2"/>
                </a:solidFill>
              </a:defRPr>
            </a:lvl9pPr>
          </a:lstStyle>
          <a:p/>
        </p:txBody>
      </p:sp>
      <p:sp>
        <p:nvSpPr>
          <p:cNvPr id="8" name="Google Shape;8;p1"/>
          <p:cNvSpPr txBox="1"/>
          <p:nvPr>
            <p:ph idx="12" type="sldNum"/>
          </p:nvPr>
        </p:nvSpPr>
        <p:spPr>
          <a:xfrm>
            <a:off x="25417373" y="19896392"/>
            <a:ext cx="1646100" cy="1679400"/>
          </a:xfrm>
          <a:prstGeom prst="rect">
            <a:avLst/>
          </a:prstGeom>
          <a:noFill/>
          <a:ln>
            <a:noFill/>
          </a:ln>
        </p:spPr>
        <p:txBody>
          <a:bodyPr anchorCtr="0" anchor="ctr" bIns="312875" lIns="312875" spcFirstLastPara="1" rIns="312875" wrap="square" tIns="312875">
            <a:normAutofit/>
          </a:bodyPr>
          <a:lstStyle>
            <a:lvl1pPr lvl="0" algn="r">
              <a:buNone/>
              <a:defRPr sz="3400">
                <a:solidFill>
                  <a:schemeClr val="dk2"/>
                </a:solidFill>
              </a:defRPr>
            </a:lvl1pPr>
            <a:lvl2pPr lvl="1" algn="r">
              <a:buNone/>
              <a:defRPr sz="3400">
                <a:solidFill>
                  <a:schemeClr val="dk2"/>
                </a:solidFill>
              </a:defRPr>
            </a:lvl2pPr>
            <a:lvl3pPr lvl="2" algn="r">
              <a:buNone/>
              <a:defRPr sz="3400">
                <a:solidFill>
                  <a:schemeClr val="dk2"/>
                </a:solidFill>
              </a:defRPr>
            </a:lvl3pPr>
            <a:lvl4pPr lvl="3" algn="r">
              <a:buNone/>
              <a:defRPr sz="3400">
                <a:solidFill>
                  <a:schemeClr val="dk2"/>
                </a:solidFill>
              </a:defRPr>
            </a:lvl4pPr>
            <a:lvl5pPr lvl="4" algn="r">
              <a:buNone/>
              <a:defRPr sz="3400">
                <a:solidFill>
                  <a:schemeClr val="dk2"/>
                </a:solidFill>
              </a:defRPr>
            </a:lvl5pPr>
            <a:lvl6pPr lvl="5" algn="r">
              <a:buNone/>
              <a:defRPr sz="3400">
                <a:solidFill>
                  <a:schemeClr val="dk2"/>
                </a:solidFill>
              </a:defRPr>
            </a:lvl6pPr>
            <a:lvl7pPr lvl="6" algn="r">
              <a:buNone/>
              <a:defRPr sz="3400">
                <a:solidFill>
                  <a:schemeClr val="dk2"/>
                </a:solidFill>
              </a:defRPr>
            </a:lvl7pPr>
            <a:lvl8pPr lvl="7" algn="r">
              <a:buNone/>
              <a:defRPr sz="3400">
                <a:solidFill>
                  <a:schemeClr val="dk2"/>
                </a:solidFill>
              </a:defRPr>
            </a:lvl8pPr>
            <a:lvl9pPr lvl="8" algn="r">
              <a:buNone/>
              <a:defRPr sz="34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27432000" cy="21945600"/>
          </a:xfrm>
          <a:prstGeom prst="rect">
            <a:avLst/>
          </a:prstGeom>
          <a:gradFill>
            <a:gsLst>
              <a:gs pos="0">
                <a:srgbClr val="1076D2"/>
              </a:gs>
              <a:gs pos="100000">
                <a:srgbClr val="093053"/>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p:nvPr/>
        </p:nvSpPr>
        <p:spPr>
          <a:xfrm>
            <a:off x="120950" y="129875"/>
            <a:ext cx="27197100" cy="3009900"/>
          </a:xfrm>
          <a:prstGeom prst="roundRect">
            <a:avLst>
              <a:gd fmla="val 6104" name="adj"/>
            </a:avLst>
          </a:prstGeom>
          <a:gradFill>
            <a:gsLst>
              <a:gs pos="0">
                <a:srgbClr val="DFEAFB"/>
              </a:gs>
              <a:gs pos="100000">
                <a:srgbClr val="A4C2F4"/>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3142750" y="129875"/>
            <a:ext cx="24068400" cy="215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chemeClr val="dk1"/>
                </a:solidFill>
                <a:latin typeface="Merriweather"/>
                <a:ea typeface="Merriweather"/>
                <a:cs typeface="Merriweather"/>
                <a:sym typeface="Merriweather"/>
              </a:rPr>
              <a:t>Bluebike Summer Usage Pattern: </a:t>
            </a:r>
            <a:endParaRPr b="1" sz="7200">
              <a:solidFill>
                <a:schemeClr val="dk1"/>
              </a:solidFill>
              <a:latin typeface="Merriweather"/>
              <a:ea typeface="Merriweather"/>
              <a:cs typeface="Merriweather"/>
              <a:sym typeface="Merriweather"/>
            </a:endParaRPr>
          </a:p>
          <a:p>
            <a:pPr indent="0" lvl="0" marL="0" rtl="0" algn="ctr">
              <a:spcBef>
                <a:spcPts val="0"/>
              </a:spcBef>
              <a:spcAft>
                <a:spcPts val="0"/>
              </a:spcAft>
              <a:buNone/>
            </a:pPr>
            <a:r>
              <a:rPr b="1" lang="en" sz="7000">
                <a:solidFill>
                  <a:schemeClr val="dk1"/>
                </a:solidFill>
                <a:latin typeface="Merriweather"/>
                <a:ea typeface="Merriweather"/>
                <a:cs typeface="Merriweather"/>
                <a:sym typeface="Merriweather"/>
              </a:rPr>
              <a:t>D</a:t>
            </a:r>
            <a:r>
              <a:rPr b="1" lang="en" sz="7000">
                <a:solidFill>
                  <a:schemeClr val="dk1"/>
                </a:solidFill>
                <a:latin typeface="Merriweather"/>
                <a:ea typeface="Merriweather"/>
                <a:cs typeface="Merriweather"/>
                <a:sym typeface="Merriweather"/>
              </a:rPr>
              <a:t>eterminants</a:t>
            </a:r>
            <a:r>
              <a:rPr b="1" lang="en" sz="7000">
                <a:solidFill>
                  <a:schemeClr val="dk1"/>
                </a:solidFill>
                <a:latin typeface="Merriweather"/>
                <a:ea typeface="Merriweather"/>
                <a:cs typeface="Merriweather"/>
                <a:sym typeface="Merriweather"/>
              </a:rPr>
              <a:t> of a Station’s Popularity</a:t>
            </a:r>
            <a:endParaRPr sz="7000">
              <a:solidFill>
                <a:schemeClr val="dk2"/>
              </a:solidFill>
              <a:latin typeface="Merriweather"/>
              <a:ea typeface="Merriweather"/>
              <a:cs typeface="Merriweather"/>
              <a:sym typeface="Merriweather"/>
            </a:endParaRPr>
          </a:p>
        </p:txBody>
      </p:sp>
      <p:sp>
        <p:nvSpPr>
          <p:cNvPr id="57" name="Google Shape;57;p13"/>
          <p:cNvSpPr/>
          <p:nvPr/>
        </p:nvSpPr>
        <p:spPr>
          <a:xfrm>
            <a:off x="120950" y="3231875"/>
            <a:ext cx="11378100" cy="3191100"/>
          </a:xfrm>
          <a:prstGeom prst="roundRect">
            <a:avLst>
              <a:gd fmla="val 6104"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3"/>
          <p:cNvSpPr txBox="1"/>
          <p:nvPr/>
        </p:nvSpPr>
        <p:spPr>
          <a:xfrm>
            <a:off x="115500" y="3698975"/>
            <a:ext cx="11505000" cy="27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500">
                <a:solidFill>
                  <a:schemeClr val="dk1"/>
                </a:solidFill>
                <a:latin typeface="Times New Roman"/>
                <a:ea typeface="Times New Roman"/>
                <a:cs typeface="Times New Roman"/>
                <a:sym typeface="Times New Roman"/>
              </a:rPr>
              <a:t>Background:</a:t>
            </a:r>
            <a:endParaRPr b="1" sz="2500">
              <a:solidFill>
                <a:schemeClr val="dk1"/>
              </a:solidFill>
              <a:latin typeface="Times New Roman"/>
              <a:ea typeface="Times New Roman"/>
              <a:cs typeface="Times New Roman"/>
              <a:sym typeface="Times New Roman"/>
            </a:endParaRPr>
          </a:p>
          <a:p>
            <a:pPr indent="0" lvl="0" marL="0" rtl="0" algn="l">
              <a:lnSpc>
                <a:spcPct val="110000"/>
              </a:lnSpc>
              <a:spcBef>
                <a:spcPts val="0"/>
              </a:spcBef>
              <a:spcAft>
                <a:spcPts val="0"/>
              </a:spcAft>
              <a:buNone/>
            </a:pPr>
            <a:r>
              <a:rPr lang="en" sz="2400">
                <a:solidFill>
                  <a:schemeClr val="dk1"/>
                </a:solidFill>
                <a:latin typeface="Times New Roman"/>
                <a:ea typeface="Times New Roman"/>
                <a:cs typeface="Times New Roman"/>
                <a:sym typeface="Times New Roman"/>
              </a:rPr>
              <a:t>Bluebike is a public transportation system centered in the Metro Boston area that offers users over 4,500 bikes from more than 480 stations, ranging from Arlington to Watertown.</a:t>
            </a:r>
            <a:endParaRPr sz="2400">
              <a:solidFill>
                <a:schemeClr val="dk1"/>
              </a:solidFill>
              <a:latin typeface="Times New Roman"/>
              <a:ea typeface="Times New Roman"/>
              <a:cs typeface="Times New Roman"/>
              <a:sym typeface="Times New Roman"/>
            </a:endParaRPr>
          </a:p>
          <a:p>
            <a:pPr indent="0" lvl="0" marL="0" rtl="0" algn="l">
              <a:lnSpc>
                <a:spcPct val="110000"/>
              </a:lnSpc>
              <a:spcBef>
                <a:spcPts val="0"/>
              </a:spcBef>
              <a:spcAft>
                <a:spcPts val="0"/>
              </a:spcAft>
              <a:buNone/>
            </a:pPr>
            <a:r>
              <a:rPr b="1" lang="en" sz="2500">
                <a:solidFill>
                  <a:schemeClr val="dk1"/>
                </a:solidFill>
                <a:latin typeface="Times New Roman"/>
                <a:ea typeface="Times New Roman"/>
                <a:cs typeface="Times New Roman"/>
                <a:sym typeface="Times New Roman"/>
              </a:rPr>
              <a:t>Research Question: </a:t>
            </a:r>
            <a:endParaRPr b="1" sz="2500">
              <a:solidFill>
                <a:schemeClr val="dk1"/>
              </a:solidFill>
              <a:latin typeface="Times New Roman"/>
              <a:ea typeface="Times New Roman"/>
              <a:cs typeface="Times New Roman"/>
              <a:sym typeface="Times New Roman"/>
            </a:endParaRPr>
          </a:p>
          <a:p>
            <a:pPr indent="0" lvl="0" marL="0" rtl="0" algn="l">
              <a:lnSpc>
                <a:spcPct val="110000"/>
              </a:lnSpc>
              <a:spcBef>
                <a:spcPts val="0"/>
              </a:spcBef>
              <a:spcAft>
                <a:spcPts val="0"/>
              </a:spcAft>
              <a:buNone/>
            </a:pPr>
            <a:r>
              <a:rPr lang="en" sz="2400">
                <a:solidFill>
                  <a:schemeClr val="dk1"/>
                </a:solidFill>
                <a:latin typeface="Times New Roman"/>
                <a:ea typeface="Times New Roman"/>
                <a:cs typeface="Times New Roman"/>
                <a:sym typeface="Times New Roman"/>
              </a:rPr>
              <a:t>What </a:t>
            </a:r>
            <a:r>
              <a:rPr lang="en" sz="2400">
                <a:solidFill>
                  <a:schemeClr val="dk1"/>
                </a:solidFill>
                <a:latin typeface="Times New Roman"/>
                <a:ea typeface="Times New Roman"/>
                <a:cs typeface="Times New Roman"/>
                <a:sym typeface="Times New Roman"/>
              </a:rPr>
              <a:t>station characteristics and demographic factors</a:t>
            </a:r>
            <a:r>
              <a:rPr lang="en" sz="2400">
                <a:solidFill>
                  <a:schemeClr val="dk1"/>
                </a:solidFill>
                <a:latin typeface="Times New Roman"/>
                <a:ea typeface="Times New Roman"/>
                <a:cs typeface="Times New Roman"/>
                <a:sym typeface="Times New Roman"/>
              </a:rPr>
              <a:t> contribute to the popularity of Bluebike stations in Massachusetts during the summer months?</a:t>
            </a:r>
            <a:endParaRPr sz="2400">
              <a:solidFill>
                <a:schemeClr val="dk1"/>
              </a:solidFill>
              <a:latin typeface="Times New Roman"/>
              <a:ea typeface="Times New Roman"/>
              <a:cs typeface="Times New Roman"/>
              <a:sym typeface="Times New Roman"/>
            </a:endParaRPr>
          </a:p>
        </p:txBody>
      </p:sp>
      <p:sp>
        <p:nvSpPr>
          <p:cNvPr id="59" name="Google Shape;59;p13"/>
          <p:cNvSpPr txBox="1"/>
          <p:nvPr/>
        </p:nvSpPr>
        <p:spPr>
          <a:xfrm>
            <a:off x="338600" y="3300825"/>
            <a:ext cx="11022000" cy="46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Merriweather"/>
                <a:ea typeface="Merriweather"/>
                <a:cs typeface="Merriweather"/>
                <a:sym typeface="Merriweather"/>
              </a:rPr>
              <a:t>Introduction</a:t>
            </a:r>
            <a:endParaRPr b="1" sz="3600">
              <a:solidFill>
                <a:schemeClr val="dk1"/>
              </a:solidFill>
              <a:latin typeface="Merriweather"/>
              <a:ea typeface="Merriweather"/>
              <a:cs typeface="Merriweather"/>
              <a:sym typeface="Merriweather"/>
            </a:endParaRPr>
          </a:p>
        </p:txBody>
      </p:sp>
      <p:sp>
        <p:nvSpPr>
          <p:cNvPr id="60" name="Google Shape;60;p13"/>
          <p:cNvSpPr txBox="1"/>
          <p:nvPr/>
        </p:nvSpPr>
        <p:spPr>
          <a:xfrm>
            <a:off x="3142750" y="2296925"/>
            <a:ext cx="24175500" cy="79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Merriweather"/>
                <a:ea typeface="Merriweather"/>
                <a:cs typeface="Merriweather"/>
                <a:sym typeface="Merriweather"/>
              </a:rPr>
              <a:t>Ashley Kang Wellesley College Class of 2025 Data Science Major Capstone</a:t>
            </a:r>
            <a:endParaRPr sz="4600">
              <a:solidFill>
                <a:schemeClr val="dk1"/>
              </a:solidFill>
              <a:latin typeface="Merriweather"/>
              <a:ea typeface="Merriweather"/>
              <a:cs typeface="Merriweather"/>
              <a:sym typeface="Merriweather"/>
            </a:endParaRPr>
          </a:p>
        </p:txBody>
      </p:sp>
      <p:sp>
        <p:nvSpPr>
          <p:cNvPr id="61" name="Google Shape;61;p13"/>
          <p:cNvSpPr/>
          <p:nvPr/>
        </p:nvSpPr>
        <p:spPr>
          <a:xfrm>
            <a:off x="11680050" y="3231875"/>
            <a:ext cx="15638100" cy="11568000"/>
          </a:xfrm>
          <a:prstGeom prst="roundRect">
            <a:avLst>
              <a:gd fmla="val 1148"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p:nvPr/>
        </p:nvSpPr>
        <p:spPr>
          <a:xfrm>
            <a:off x="11645075" y="19241250"/>
            <a:ext cx="15673200" cy="2584500"/>
          </a:xfrm>
          <a:prstGeom prst="roundRect">
            <a:avLst>
              <a:gd fmla="val 3389"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3"/>
          <p:cNvSpPr txBox="1"/>
          <p:nvPr/>
        </p:nvSpPr>
        <p:spPr>
          <a:xfrm>
            <a:off x="11647100" y="19567675"/>
            <a:ext cx="15638100" cy="2258400"/>
          </a:xfrm>
          <a:prstGeom prst="rect">
            <a:avLst/>
          </a:prstGeom>
          <a:noFill/>
          <a:ln>
            <a:noFill/>
          </a:ln>
        </p:spPr>
        <p:txBody>
          <a:bodyPr anchorCtr="0" anchor="ctr" bIns="91425" lIns="91425" spcFirstLastPara="1" rIns="91425" wrap="square" tIns="91425">
            <a:noAutofit/>
          </a:bodyPr>
          <a:lstStyle/>
          <a:p>
            <a:pPr indent="-251459" lvl="0" marL="274320" rtl="0" algn="l">
              <a:spcBef>
                <a:spcPts val="0"/>
              </a:spcBef>
              <a:spcAft>
                <a:spcPts val="0"/>
              </a:spcAft>
              <a:buClr>
                <a:schemeClr val="dk1"/>
              </a:buClr>
              <a:buSzPts val="1800"/>
              <a:buFont typeface="Times New Roman"/>
              <a:buChar char="●"/>
            </a:pPr>
            <a:r>
              <a:rPr b="1" lang="en" sz="2400">
                <a:solidFill>
                  <a:schemeClr val="dk1"/>
                </a:solidFill>
                <a:latin typeface="Times New Roman"/>
                <a:ea typeface="Times New Roman"/>
                <a:cs typeface="Times New Roman"/>
                <a:sym typeface="Times New Roman"/>
              </a:rPr>
              <a:t>Discussion: </a:t>
            </a:r>
            <a:r>
              <a:rPr lang="en" sz="2400">
                <a:solidFill>
                  <a:schemeClr val="dk1"/>
                </a:solidFill>
                <a:latin typeface="Times New Roman"/>
                <a:ea typeface="Times New Roman"/>
                <a:cs typeface="Times New Roman"/>
                <a:sym typeface="Times New Roman"/>
              </a:rPr>
              <a:t>The weather </a:t>
            </a:r>
            <a:r>
              <a:rPr lang="en" sz="2400">
                <a:solidFill>
                  <a:schemeClr val="dk1"/>
                </a:solidFill>
                <a:latin typeface="Times New Roman"/>
                <a:ea typeface="Times New Roman"/>
                <a:cs typeface="Times New Roman"/>
                <a:sym typeface="Times New Roman"/>
              </a:rPr>
              <a:t>related</a:t>
            </a:r>
            <a:r>
              <a:rPr lang="en" sz="2400">
                <a:solidFill>
                  <a:schemeClr val="dk1"/>
                </a:solidFill>
                <a:latin typeface="Times New Roman"/>
                <a:ea typeface="Times New Roman"/>
                <a:cs typeface="Times New Roman"/>
                <a:sym typeface="Times New Roman"/>
              </a:rPr>
              <a:t> variables do not have an impact on the model. This could be due to the consistent summer temperatures over the years, as the temperature during the summer does not vary significantly over years.</a:t>
            </a:r>
            <a:endParaRPr sz="2400">
              <a:solidFill>
                <a:schemeClr val="dk1"/>
              </a:solidFill>
              <a:latin typeface="Times New Roman"/>
              <a:ea typeface="Times New Roman"/>
              <a:cs typeface="Times New Roman"/>
              <a:sym typeface="Times New Roman"/>
            </a:endParaRPr>
          </a:p>
          <a:p>
            <a:pPr indent="-251459" lvl="0" marL="274320" rtl="0" algn="l">
              <a:spcBef>
                <a:spcPts val="0"/>
              </a:spcBef>
              <a:spcAft>
                <a:spcPts val="0"/>
              </a:spcAft>
              <a:buClr>
                <a:schemeClr val="dk1"/>
              </a:buClr>
              <a:buSzPts val="1800"/>
              <a:buFont typeface="Times New Roman"/>
              <a:buChar char="●"/>
            </a:pPr>
            <a:r>
              <a:rPr b="1" lang="en" sz="2400">
                <a:solidFill>
                  <a:schemeClr val="dk1"/>
                </a:solidFill>
                <a:latin typeface="Times New Roman"/>
                <a:ea typeface="Times New Roman"/>
                <a:cs typeface="Times New Roman"/>
                <a:sym typeface="Times New Roman"/>
              </a:rPr>
              <a:t>Limitation &amp; Future Work: </a:t>
            </a:r>
            <a:r>
              <a:rPr lang="en" sz="2400">
                <a:solidFill>
                  <a:schemeClr val="dk1"/>
                </a:solidFill>
                <a:latin typeface="Times New Roman"/>
                <a:ea typeface="Times New Roman"/>
                <a:cs typeface="Times New Roman"/>
                <a:sym typeface="Times New Roman"/>
              </a:rPr>
              <a:t>I was able to find out that the relationship between the predictors and the outcome are non-linear, but there might be other methods I could try to better capture complex, non-linear patterns in my predictors. Also for a better prediction, I can add tourist attractions as a factor since people tend to visit Boston to tour the area.</a:t>
            </a:r>
            <a:endParaRPr b="1" sz="2400">
              <a:solidFill>
                <a:schemeClr val="dk1"/>
              </a:solidFill>
              <a:latin typeface="Times New Roman"/>
              <a:ea typeface="Times New Roman"/>
              <a:cs typeface="Times New Roman"/>
              <a:sym typeface="Times New Roman"/>
            </a:endParaRPr>
          </a:p>
        </p:txBody>
      </p:sp>
      <p:sp>
        <p:nvSpPr>
          <p:cNvPr id="64" name="Google Shape;64;p13"/>
          <p:cNvSpPr txBox="1"/>
          <p:nvPr/>
        </p:nvSpPr>
        <p:spPr>
          <a:xfrm>
            <a:off x="11633946" y="19241250"/>
            <a:ext cx="15638100" cy="56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Merriweather"/>
                <a:ea typeface="Merriweather"/>
                <a:cs typeface="Merriweather"/>
                <a:sym typeface="Merriweather"/>
              </a:rPr>
              <a:t>Discussion and Conclusion</a:t>
            </a:r>
            <a:endParaRPr b="1" sz="3600">
              <a:solidFill>
                <a:schemeClr val="dk1"/>
              </a:solidFill>
              <a:latin typeface="Merriweather"/>
              <a:ea typeface="Merriweather"/>
              <a:cs typeface="Merriweather"/>
              <a:sym typeface="Merriweather"/>
            </a:endParaRPr>
          </a:p>
        </p:txBody>
      </p:sp>
      <p:sp>
        <p:nvSpPr>
          <p:cNvPr id="65" name="Google Shape;65;p13"/>
          <p:cNvSpPr/>
          <p:nvPr/>
        </p:nvSpPr>
        <p:spPr>
          <a:xfrm>
            <a:off x="121050" y="6514275"/>
            <a:ext cx="11378100" cy="15311700"/>
          </a:xfrm>
          <a:prstGeom prst="roundRect">
            <a:avLst>
              <a:gd fmla="val 2283"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3"/>
          <p:cNvSpPr txBox="1"/>
          <p:nvPr/>
        </p:nvSpPr>
        <p:spPr>
          <a:xfrm>
            <a:off x="141700" y="6584650"/>
            <a:ext cx="11378100" cy="62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Merriweather"/>
                <a:ea typeface="Merriweather"/>
                <a:cs typeface="Merriweather"/>
                <a:sym typeface="Merriweather"/>
              </a:rPr>
              <a:t>Data Cleaning</a:t>
            </a:r>
            <a:endParaRPr b="1" sz="3600">
              <a:solidFill>
                <a:schemeClr val="dk1"/>
              </a:solidFill>
              <a:latin typeface="Merriweather"/>
              <a:ea typeface="Merriweather"/>
              <a:cs typeface="Merriweather"/>
              <a:sym typeface="Merriweather"/>
            </a:endParaRPr>
          </a:p>
        </p:txBody>
      </p:sp>
      <p:sp>
        <p:nvSpPr>
          <p:cNvPr id="67" name="Google Shape;67;p13"/>
          <p:cNvSpPr txBox="1"/>
          <p:nvPr/>
        </p:nvSpPr>
        <p:spPr>
          <a:xfrm>
            <a:off x="115500" y="7032725"/>
            <a:ext cx="11378100" cy="9322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500">
                <a:solidFill>
                  <a:schemeClr val="dk1"/>
                </a:solidFill>
                <a:latin typeface="Times New Roman"/>
                <a:ea typeface="Times New Roman"/>
                <a:cs typeface="Times New Roman"/>
                <a:sym typeface="Times New Roman"/>
              </a:rPr>
              <a:t>Sources:</a:t>
            </a:r>
            <a:endParaRPr b="1" sz="25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Bluebike Station Data</a:t>
            </a:r>
            <a:endParaRPr sz="2400">
              <a:solidFill>
                <a:schemeClr val="dk1"/>
              </a:solidFill>
              <a:latin typeface="Times New Roman"/>
              <a:ea typeface="Times New Roman"/>
              <a:cs typeface="Times New Roman"/>
              <a:sym typeface="Times New Roman"/>
            </a:endParaRPr>
          </a:p>
          <a:p>
            <a:pPr indent="-336550" lvl="0" marL="91440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Indiv. station information: total docks, municipality, seasonal status, location (lat. / long.)</a:t>
            </a:r>
            <a:endParaRPr sz="22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Bluebike 2020-2024 trip history for the summer months (</a:t>
            </a:r>
            <a:r>
              <a:rPr lang="en" sz="2400">
                <a:solidFill>
                  <a:schemeClr val="dk1"/>
                </a:solidFill>
                <a:latin typeface="Times New Roman"/>
                <a:ea typeface="Times New Roman"/>
                <a:cs typeface="Times New Roman"/>
                <a:sym typeface="Times New Roman"/>
              </a:rPr>
              <a:t>June</a:t>
            </a:r>
            <a:r>
              <a:rPr lang="en" sz="2400">
                <a:solidFill>
                  <a:schemeClr val="dk1"/>
                </a:solidFill>
                <a:latin typeface="Times New Roman"/>
                <a:ea typeface="Times New Roman"/>
                <a:cs typeface="Times New Roman"/>
                <a:sym typeface="Times New Roman"/>
              </a:rPr>
              <a:t> through Sept.) </a:t>
            </a:r>
            <a:endParaRPr sz="24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Indiv.</a:t>
            </a:r>
            <a:r>
              <a:rPr lang="en" sz="2200">
                <a:solidFill>
                  <a:schemeClr val="dk1"/>
                </a:solidFill>
                <a:latin typeface="Times New Roman"/>
                <a:ea typeface="Times New Roman"/>
                <a:cs typeface="Times New Roman"/>
                <a:sym typeface="Times New Roman"/>
              </a:rPr>
              <a:t> trip information: total duration, user’s membership status, start/end station</a:t>
            </a:r>
            <a:endParaRPr sz="22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Higher Educational Institution Data</a:t>
            </a:r>
            <a:endParaRPr sz="24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US i</a:t>
            </a:r>
            <a:r>
              <a:rPr lang="en" sz="2200">
                <a:solidFill>
                  <a:schemeClr val="dk1"/>
                </a:solidFill>
                <a:latin typeface="Times New Roman"/>
                <a:ea typeface="Times New Roman"/>
                <a:cs typeface="Times New Roman"/>
                <a:sym typeface="Times New Roman"/>
              </a:rPr>
              <a:t>nstitution information: name, location (lat. / long.), state abbreviations</a:t>
            </a:r>
            <a:endParaRPr sz="22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MBTA Train Station Data</a:t>
            </a:r>
            <a:endParaRPr sz="24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Individual station</a:t>
            </a:r>
            <a:r>
              <a:rPr lang="en" sz="2200">
                <a:solidFill>
                  <a:schemeClr val="dk1"/>
                </a:solidFill>
                <a:latin typeface="Times New Roman"/>
                <a:ea typeface="Times New Roman"/>
                <a:cs typeface="Times New Roman"/>
                <a:sym typeface="Times New Roman"/>
              </a:rPr>
              <a:t> information: name, location (lat. / long.)</a:t>
            </a:r>
            <a:endParaRPr sz="22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Massachusetts Weather Data</a:t>
            </a:r>
            <a:endParaRPr sz="24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avg. minimum temperature, </a:t>
            </a:r>
            <a:r>
              <a:rPr lang="en" sz="2200">
                <a:solidFill>
                  <a:schemeClr val="dk1"/>
                </a:solidFill>
                <a:latin typeface="Times New Roman"/>
                <a:ea typeface="Times New Roman"/>
                <a:cs typeface="Times New Roman"/>
                <a:sym typeface="Times New Roman"/>
              </a:rPr>
              <a:t>avg. maximum temperature, avg. precipitation</a:t>
            </a:r>
            <a:endParaRPr sz="22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Used separate datasets (above/below the Charles) due to limited datasets</a:t>
            </a:r>
            <a:endParaRPr sz="22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New variables: </a:t>
            </a:r>
            <a:endParaRPr sz="23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Trip Duration (Numeric)</a:t>
            </a:r>
            <a:endParaRPr sz="22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Trip Displacement (Numeric)</a:t>
            </a:r>
            <a:endParaRPr sz="22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Population (Numeric)</a:t>
            </a:r>
            <a:endParaRPr sz="22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n_institution_1km (Numeric): institutions within 1km of the station</a:t>
            </a:r>
            <a:endParaRPr sz="2200">
              <a:solidFill>
                <a:schemeClr val="dk1"/>
              </a:solidFill>
              <a:latin typeface="Times New Roman"/>
              <a:ea typeface="Times New Roman"/>
              <a:cs typeface="Times New Roman"/>
              <a:sym typeface="Times New Roman"/>
            </a:endParaRPr>
          </a:p>
          <a:p>
            <a:pPr indent="-336550" lvl="0" marL="914400" marR="0" rtl="0" algn="l">
              <a:lnSpc>
                <a:spcPct val="110000"/>
              </a:lnSpc>
              <a:spcBef>
                <a:spcPts val="0"/>
              </a:spcBef>
              <a:spcAft>
                <a:spcPts val="0"/>
              </a:spcAft>
              <a:buClr>
                <a:schemeClr val="dk1"/>
              </a:buClr>
              <a:buSzPts val="1700"/>
              <a:buFont typeface="Times New Roman"/>
              <a:buChar char="●"/>
            </a:pPr>
            <a:r>
              <a:rPr lang="en" sz="2200">
                <a:solidFill>
                  <a:schemeClr val="dk1"/>
                </a:solidFill>
                <a:latin typeface="Times New Roman"/>
                <a:ea typeface="Times New Roman"/>
                <a:cs typeface="Times New Roman"/>
                <a:sym typeface="Times New Roman"/>
              </a:rPr>
              <a:t>n_mbta_1km (Numeric): MBTA stations within 1km of the station</a:t>
            </a:r>
            <a:endParaRPr sz="2200">
              <a:solidFill>
                <a:schemeClr val="dk1"/>
              </a:solidFill>
              <a:latin typeface="Times New Roman"/>
              <a:ea typeface="Times New Roman"/>
              <a:cs typeface="Times New Roman"/>
              <a:sym typeface="Times New Roman"/>
            </a:endParaRPr>
          </a:p>
          <a:p>
            <a:pPr indent="0" lvl="0" marL="0" rtl="0" algn="l">
              <a:lnSpc>
                <a:spcPct val="110000"/>
              </a:lnSpc>
              <a:spcBef>
                <a:spcPts val="1000"/>
              </a:spcBef>
              <a:spcAft>
                <a:spcPts val="0"/>
              </a:spcAft>
              <a:buNone/>
            </a:pPr>
            <a:r>
              <a:rPr b="1" lang="en" sz="2400">
                <a:solidFill>
                  <a:schemeClr val="dk1"/>
                </a:solidFill>
                <a:latin typeface="Times New Roman"/>
                <a:ea typeface="Times New Roman"/>
                <a:cs typeface="Times New Roman"/>
                <a:sym typeface="Times New Roman"/>
              </a:rPr>
              <a:t>Data Manipulation:</a:t>
            </a:r>
            <a:endParaRPr sz="24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Dimensions: 8800 observations x (27 predictors + 1 response)</a:t>
            </a:r>
            <a:endParaRPr sz="24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Aggregated monthly</a:t>
            </a:r>
            <a:endParaRPr sz="24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Removed rows with missing and non-imputable station information</a:t>
            </a:r>
            <a:endParaRPr sz="2400">
              <a:solidFill>
                <a:schemeClr val="dk1"/>
              </a:solidFill>
              <a:latin typeface="Times New Roman"/>
              <a:ea typeface="Times New Roman"/>
              <a:cs typeface="Times New Roman"/>
              <a:sym typeface="Times New Roman"/>
            </a:endParaRPr>
          </a:p>
          <a:p>
            <a:pPr indent="-355600" lvl="0" marL="457200" rtl="0" algn="l">
              <a:lnSpc>
                <a:spcPct val="110000"/>
              </a:lnSpc>
              <a:spcBef>
                <a:spcPts val="0"/>
              </a:spcBef>
              <a:spcAft>
                <a:spcPts val="0"/>
              </a:spcAft>
              <a:buClr>
                <a:schemeClr val="dk1"/>
              </a:buClr>
              <a:buSzPts val="2000"/>
              <a:buFont typeface="Times New Roman"/>
              <a:buChar char="●"/>
            </a:pPr>
            <a:r>
              <a:rPr lang="en" sz="2400">
                <a:solidFill>
                  <a:schemeClr val="dk1"/>
                </a:solidFill>
                <a:latin typeface="Times New Roman"/>
                <a:ea typeface="Times New Roman"/>
                <a:cs typeface="Times New Roman"/>
                <a:sym typeface="Times New Roman"/>
              </a:rPr>
              <a:t>Tested Full, AIC, and BIC first-order models and interaction models for model selection</a:t>
            </a:r>
            <a:endParaRPr sz="2400">
              <a:solidFill>
                <a:schemeClr val="dk1"/>
              </a:solidFill>
              <a:latin typeface="Times New Roman"/>
              <a:ea typeface="Times New Roman"/>
              <a:cs typeface="Times New Roman"/>
              <a:sym typeface="Times New Roman"/>
            </a:endParaRPr>
          </a:p>
        </p:txBody>
      </p:sp>
      <p:sp>
        <p:nvSpPr>
          <p:cNvPr id="68" name="Google Shape;68;p13"/>
          <p:cNvSpPr txBox="1"/>
          <p:nvPr/>
        </p:nvSpPr>
        <p:spPr>
          <a:xfrm>
            <a:off x="11857850" y="7032726"/>
            <a:ext cx="15358800" cy="98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2200">
                <a:solidFill>
                  <a:schemeClr val="dk1"/>
                </a:solidFill>
                <a:latin typeface="Times New Roman"/>
                <a:ea typeface="Times New Roman"/>
                <a:cs typeface="Times New Roman"/>
                <a:sym typeface="Times New Roman"/>
              </a:rPr>
              <a:t>Table 1:</a:t>
            </a:r>
            <a:r>
              <a:rPr i="1" lang="en" sz="2200">
                <a:solidFill>
                  <a:schemeClr val="dk1"/>
                </a:solidFill>
                <a:latin typeface="Times New Roman"/>
                <a:ea typeface="Times New Roman"/>
                <a:cs typeface="Times New Roman"/>
                <a:sym typeface="Times New Roman"/>
              </a:rPr>
              <a:t> Table for comparing the six models. We can see that the all three metrics don’t vary much by the non-interactive model, but the AIC model with interaction tends to be slightly better with the lowest RMSE, highest R squared, and lowest MAE. The threshold for determining the outliers is 4/n.</a:t>
            </a:r>
            <a:endParaRPr i="1" sz="2200">
              <a:solidFill>
                <a:schemeClr val="dk1"/>
              </a:solidFill>
              <a:latin typeface="Times New Roman"/>
              <a:ea typeface="Times New Roman"/>
              <a:cs typeface="Times New Roman"/>
              <a:sym typeface="Times New Roman"/>
            </a:endParaRPr>
          </a:p>
        </p:txBody>
      </p:sp>
      <p:sp>
        <p:nvSpPr>
          <p:cNvPr id="69" name="Google Shape;69;p13"/>
          <p:cNvSpPr txBox="1"/>
          <p:nvPr/>
        </p:nvSpPr>
        <p:spPr>
          <a:xfrm>
            <a:off x="280200" y="20687525"/>
            <a:ext cx="11145600" cy="11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2200">
                <a:solidFill>
                  <a:schemeClr val="dk1"/>
                </a:solidFill>
                <a:latin typeface="Times New Roman"/>
                <a:ea typeface="Times New Roman"/>
                <a:cs typeface="Times New Roman"/>
                <a:sym typeface="Times New Roman"/>
              </a:rPr>
              <a:t>Figure 1:</a:t>
            </a:r>
            <a:r>
              <a:rPr i="1" lang="en" sz="2200">
                <a:solidFill>
                  <a:schemeClr val="dk1"/>
                </a:solidFill>
                <a:latin typeface="Times New Roman"/>
                <a:ea typeface="Times New Roman"/>
                <a:cs typeface="Times New Roman"/>
                <a:sym typeface="Times New Roman"/>
              </a:rPr>
              <a:t> Barplot by municipality showing the distribution of five key factors logged along with total trips as the response variable. We can see that most of the factors are positively correlated with the response variable total_trips.</a:t>
            </a:r>
            <a:endParaRPr i="1" sz="2200">
              <a:solidFill>
                <a:schemeClr val="dk1"/>
              </a:solidFill>
              <a:latin typeface="Times New Roman"/>
              <a:ea typeface="Times New Roman"/>
              <a:cs typeface="Times New Roman"/>
              <a:sym typeface="Times New Roman"/>
            </a:endParaRPr>
          </a:p>
        </p:txBody>
      </p:sp>
      <p:graphicFrame>
        <p:nvGraphicFramePr>
          <p:cNvPr id="70" name="Google Shape;70;p13"/>
          <p:cNvGraphicFramePr/>
          <p:nvPr/>
        </p:nvGraphicFramePr>
        <p:xfrm>
          <a:off x="11942988" y="4684329"/>
          <a:ext cx="3000000" cy="3000000"/>
        </p:xfrm>
        <a:graphic>
          <a:graphicData uri="http://schemas.openxmlformats.org/drawingml/2006/table">
            <a:tbl>
              <a:tblPr>
                <a:noFill/>
                <a:tableStyleId>{2240061D-20DE-4661-B9E2-4C5409DDBD90}</a:tableStyleId>
              </a:tblPr>
              <a:tblGrid>
                <a:gridCol w="1019725"/>
                <a:gridCol w="1635400"/>
                <a:gridCol w="1072950"/>
                <a:gridCol w="1098175"/>
                <a:gridCol w="2201200"/>
                <a:gridCol w="2230200"/>
                <a:gridCol w="3620250"/>
                <a:gridCol w="2234650"/>
              </a:tblGrid>
              <a:tr h="472150">
                <a:tc>
                  <a:txBody>
                    <a:bodyPr/>
                    <a:lstStyle/>
                    <a:p>
                      <a:pPr indent="0" lvl="0" marL="0" rtl="0" algn="l">
                        <a:lnSpc>
                          <a:spcPct val="80000"/>
                        </a:lnSpc>
                        <a:spcBef>
                          <a:spcPts val="0"/>
                        </a:spcBef>
                        <a:spcAft>
                          <a:spcPts val="0"/>
                        </a:spcAft>
                        <a:buNone/>
                      </a:pPr>
                      <a:r>
                        <a:t/>
                      </a:r>
                      <a:endParaRPr sz="2100"/>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80000"/>
                        </a:lnSpc>
                        <a:spcBef>
                          <a:spcPts val="0"/>
                        </a:spcBef>
                        <a:spcAft>
                          <a:spcPts val="0"/>
                        </a:spcAft>
                        <a:buNone/>
                      </a:pPr>
                      <a:r>
                        <a:rPr b="1" lang="en" sz="2100"/>
                        <a:t>Full Linear</a:t>
                      </a:r>
                      <a:endParaRPr b="1"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rtl="0" algn="l">
                        <a:lnSpc>
                          <a:spcPct val="80000"/>
                        </a:lnSpc>
                        <a:spcBef>
                          <a:spcPts val="0"/>
                        </a:spcBef>
                        <a:spcAft>
                          <a:spcPts val="0"/>
                        </a:spcAft>
                        <a:buNone/>
                      </a:pPr>
                      <a:r>
                        <a:rPr b="1" lang="en" sz="2100"/>
                        <a:t>AIC</a:t>
                      </a:r>
                      <a:endParaRPr b="1"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marR="0" rtl="0" algn="l">
                        <a:lnSpc>
                          <a:spcPct val="80000"/>
                        </a:lnSpc>
                        <a:spcBef>
                          <a:spcPts val="0"/>
                        </a:spcBef>
                        <a:spcAft>
                          <a:spcPts val="0"/>
                        </a:spcAft>
                        <a:buNone/>
                      </a:pPr>
                      <a:r>
                        <a:rPr b="1" lang="en" sz="2100"/>
                        <a:t>BIC</a:t>
                      </a:r>
                      <a:endParaRPr b="1"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marR="0" rtl="0" algn="l">
                        <a:lnSpc>
                          <a:spcPct val="80000"/>
                        </a:lnSpc>
                        <a:spcBef>
                          <a:spcPts val="0"/>
                        </a:spcBef>
                        <a:spcAft>
                          <a:spcPts val="0"/>
                        </a:spcAft>
                        <a:buNone/>
                      </a:pPr>
                      <a:r>
                        <a:rPr b="1" lang="en" sz="2100">
                          <a:solidFill>
                            <a:schemeClr val="dk1"/>
                          </a:solidFill>
                        </a:rPr>
                        <a:t>BIC no outliers</a:t>
                      </a:r>
                      <a:endParaRPr b="1"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marR="0" rtl="0" algn="l">
                        <a:lnSpc>
                          <a:spcPct val="80000"/>
                        </a:lnSpc>
                        <a:spcBef>
                          <a:spcPts val="0"/>
                        </a:spcBef>
                        <a:spcAft>
                          <a:spcPts val="0"/>
                        </a:spcAft>
                        <a:buNone/>
                      </a:pPr>
                      <a:r>
                        <a:rPr b="1" lang="en" sz="2100"/>
                        <a:t>AIC interaction</a:t>
                      </a:r>
                      <a:endParaRPr b="1"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rtl="0" algn="l">
                        <a:lnSpc>
                          <a:spcPct val="80000"/>
                        </a:lnSpc>
                        <a:spcBef>
                          <a:spcPts val="0"/>
                        </a:spcBef>
                        <a:spcAft>
                          <a:spcPts val="0"/>
                        </a:spcAft>
                        <a:buClr>
                          <a:schemeClr val="dk1"/>
                        </a:buClr>
                        <a:buSzPts val="1100"/>
                        <a:buFont typeface="Arial"/>
                        <a:buNone/>
                      </a:pPr>
                      <a:r>
                        <a:rPr b="1" lang="en" sz="2100">
                          <a:solidFill>
                            <a:schemeClr val="dk1"/>
                          </a:solidFill>
                        </a:rPr>
                        <a:t>AIC interaction no outliers</a:t>
                      </a:r>
                      <a:endParaRPr b="1"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rtl="0" algn="l">
                        <a:lnSpc>
                          <a:spcPct val="80000"/>
                        </a:lnSpc>
                        <a:spcBef>
                          <a:spcPts val="0"/>
                        </a:spcBef>
                        <a:spcAft>
                          <a:spcPts val="0"/>
                        </a:spcAft>
                        <a:buClr>
                          <a:schemeClr val="dk1"/>
                        </a:buClr>
                        <a:buSzPts val="1100"/>
                        <a:buFont typeface="Arial"/>
                        <a:buNone/>
                      </a:pPr>
                      <a:r>
                        <a:rPr b="1" lang="en" sz="2100">
                          <a:solidFill>
                            <a:schemeClr val="dk1"/>
                          </a:solidFill>
                        </a:rPr>
                        <a:t>BIC interaction</a:t>
                      </a:r>
                      <a:endParaRPr b="1"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r>
              <a:tr h="381000">
                <a:tc>
                  <a:txBody>
                    <a:bodyPr/>
                    <a:lstStyle/>
                    <a:p>
                      <a:pPr indent="0" lvl="0" marL="0" rtl="0" algn="l">
                        <a:lnSpc>
                          <a:spcPct val="80000"/>
                        </a:lnSpc>
                        <a:spcBef>
                          <a:spcPts val="0"/>
                        </a:spcBef>
                        <a:spcAft>
                          <a:spcPts val="0"/>
                        </a:spcAft>
                        <a:buNone/>
                      </a:pPr>
                      <a:r>
                        <a:rPr b="1" lang="en" sz="2100"/>
                        <a:t>RMSE</a:t>
                      </a:r>
                      <a:endParaRPr b="1" sz="2100"/>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rtl="0" algn="r">
                        <a:lnSpc>
                          <a:spcPct val="80000"/>
                        </a:lnSpc>
                        <a:spcBef>
                          <a:spcPts val="0"/>
                        </a:spcBef>
                        <a:spcAft>
                          <a:spcPts val="0"/>
                        </a:spcAft>
                        <a:buNone/>
                      </a:pPr>
                      <a:r>
                        <a:rPr lang="en" sz="2100"/>
                        <a:t>18.798</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t>18.829  </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t>18.831</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solidFill>
                            <a:schemeClr val="dk1"/>
                          </a:solidFill>
                        </a:rPr>
                        <a:t>13.922</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AC5F7"/>
                    </a:solidFill>
                  </a:tcPr>
                </a:tc>
                <a:tc>
                  <a:txBody>
                    <a:bodyPr/>
                    <a:lstStyle/>
                    <a:p>
                      <a:pPr indent="0" lvl="0" marL="0" rtl="0" algn="r">
                        <a:lnSpc>
                          <a:spcPct val="80000"/>
                        </a:lnSpc>
                        <a:spcBef>
                          <a:spcPts val="0"/>
                        </a:spcBef>
                        <a:spcAft>
                          <a:spcPts val="0"/>
                        </a:spcAft>
                        <a:buNone/>
                      </a:pPr>
                      <a:r>
                        <a:rPr lang="en" sz="2100"/>
                        <a:t>15.071  </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t>11.155</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r">
                        <a:lnSpc>
                          <a:spcPct val="80000"/>
                        </a:lnSpc>
                        <a:spcBef>
                          <a:spcPts val="0"/>
                        </a:spcBef>
                        <a:spcAft>
                          <a:spcPts val="0"/>
                        </a:spcAft>
                        <a:buNone/>
                      </a:pPr>
                      <a:r>
                        <a:rPr lang="en" sz="2100"/>
                        <a:t>15.470</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lnSpc>
                          <a:spcPct val="80000"/>
                        </a:lnSpc>
                        <a:spcBef>
                          <a:spcPts val="0"/>
                        </a:spcBef>
                        <a:spcAft>
                          <a:spcPts val="0"/>
                        </a:spcAft>
                        <a:buClr>
                          <a:schemeClr val="dk1"/>
                        </a:buClr>
                        <a:buSzPts val="1100"/>
                        <a:buFont typeface="Arial"/>
                        <a:buNone/>
                      </a:pPr>
                      <a:r>
                        <a:rPr b="1" lang="en" sz="2100">
                          <a:solidFill>
                            <a:schemeClr val="dk1"/>
                          </a:solidFill>
                        </a:rPr>
                        <a:t>R^2 </a:t>
                      </a:r>
                      <a:endParaRPr b="1" sz="2100"/>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0.965</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0.965</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solidFill>
                            <a:schemeClr val="dk1"/>
                          </a:solidFill>
                        </a:rPr>
                        <a:t>0.964  </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solidFill>
                            <a:schemeClr val="dk1"/>
                          </a:solidFill>
                        </a:rPr>
                        <a:t>0.973</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AC5F7"/>
                    </a:solidFill>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0.977</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0.984</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0.976</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lnSpc>
                          <a:spcPct val="80000"/>
                        </a:lnSpc>
                        <a:spcBef>
                          <a:spcPts val="0"/>
                        </a:spcBef>
                        <a:spcAft>
                          <a:spcPts val="0"/>
                        </a:spcAft>
                        <a:buNone/>
                      </a:pPr>
                      <a:r>
                        <a:rPr b="1" lang="en" sz="2100"/>
                        <a:t>MAE</a:t>
                      </a:r>
                      <a:endParaRPr b="1" sz="2100"/>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11.539</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11.544</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11.515</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solidFill>
                            <a:schemeClr val="dk1"/>
                          </a:solidFill>
                        </a:rPr>
                        <a:t>9.326</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AC5F7"/>
                    </a:solidFill>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9.474</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7.621</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r">
                        <a:lnSpc>
                          <a:spcPct val="80000"/>
                        </a:lnSpc>
                        <a:spcBef>
                          <a:spcPts val="0"/>
                        </a:spcBef>
                        <a:spcAft>
                          <a:spcPts val="0"/>
                        </a:spcAft>
                        <a:buClr>
                          <a:schemeClr val="dk1"/>
                        </a:buClr>
                        <a:buSzPts val="1100"/>
                        <a:buFont typeface="Arial"/>
                        <a:buNone/>
                      </a:pPr>
                      <a:r>
                        <a:rPr lang="en" sz="2100">
                          <a:solidFill>
                            <a:schemeClr val="dk1"/>
                          </a:solidFill>
                        </a:rPr>
                        <a:t>9.742</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l">
                        <a:lnSpc>
                          <a:spcPct val="80000"/>
                        </a:lnSpc>
                        <a:spcBef>
                          <a:spcPts val="0"/>
                        </a:spcBef>
                        <a:spcAft>
                          <a:spcPts val="0"/>
                        </a:spcAft>
                        <a:buNone/>
                      </a:pPr>
                      <a:r>
                        <a:rPr b="1" lang="en" sz="2100"/>
                        <a:t>p</a:t>
                      </a:r>
                      <a:endParaRPr b="1" sz="2100"/>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4FA8F7"/>
                    </a:solidFill>
                  </a:tcPr>
                </a:tc>
                <a:tc>
                  <a:txBody>
                    <a:bodyPr/>
                    <a:lstStyle/>
                    <a:p>
                      <a:pPr indent="0" lvl="0" marL="0" rtl="0" algn="r">
                        <a:lnSpc>
                          <a:spcPct val="80000"/>
                        </a:lnSpc>
                        <a:spcBef>
                          <a:spcPts val="0"/>
                        </a:spcBef>
                        <a:spcAft>
                          <a:spcPts val="0"/>
                        </a:spcAft>
                        <a:buNone/>
                      </a:pPr>
                      <a:r>
                        <a:rPr lang="en" sz="2100"/>
                        <a:t>26</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r">
                        <a:lnSpc>
                          <a:spcPct val="80000"/>
                        </a:lnSpc>
                        <a:spcBef>
                          <a:spcPts val="0"/>
                        </a:spcBef>
                        <a:spcAft>
                          <a:spcPts val="0"/>
                        </a:spcAft>
                        <a:buNone/>
                      </a:pPr>
                      <a:r>
                        <a:rPr lang="en" sz="2100"/>
                        <a:t>23</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r">
                        <a:lnSpc>
                          <a:spcPct val="80000"/>
                        </a:lnSpc>
                        <a:spcBef>
                          <a:spcPts val="0"/>
                        </a:spcBef>
                        <a:spcAft>
                          <a:spcPts val="0"/>
                        </a:spcAft>
                        <a:buNone/>
                      </a:pPr>
                      <a:r>
                        <a:rPr lang="en" sz="2100"/>
                        <a:t>21</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r">
                        <a:lnSpc>
                          <a:spcPct val="80000"/>
                        </a:lnSpc>
                        <a:spcBef>
                          <a:spcPts val="0"/>
                        </a:spcBef>
                        <a:spcAft>
                          <a:spcPts val="0"/>
                        </a:spcAft>
                        <a:buNone/>
                      </a:pPr>
                      <a:r>
                        <a:rPr lang="en" sz="2100">
                          <a:solidFill>
                            <a:schemeClr val="dk1"/>
                          </a:solidFill>
                        </a:rPr>
                        <a:t>21</a:t>
                      </a:r>
                      <a:endParaRPr sz="2100">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9AC5F7"/>
                    </a:solidFill>
                  </a:tcPr>
                </a:tc>
                <a:tc>
                  <a:txBody>
                    <a:bodyPr/>
                    <a:lstStyle/>
                    <a:p>
                      <a:pPr indent="0" lvl="0" marL="0" marR="0" rtl="0" algn="r">
                        <a:lnSpc>
                          <a:spcPct val="80000"/>
                        </a:lnSpc>
                        <a:spcBef>
                          <a:spcPts val="0"/>
                        </a:spcBef>
                        <a:spcAft>
                          <a:spcPts val="0"/>
                        </a:spcAft>
                        <a:buNone/>
                      </a:pPr>
                      <a:r>
                        <a:rPr lang="en" sz="2100"/>
                        <a:t>146</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r">
                        <a:lnSpc>
                          <a:spcPct val="80000"/>
                        </a:lnSpc>
                        <a:spcBef>
                          <a:spcPts val="0"/>
                        </a:spcBef>
                        <a:spcAft>
                          <a:spcPts val="0"/>
                        </a:spcAft>
                        <a:buNone/>
                      </a:pPr>
                      <a:r>
                        <a:rPr lang="en" sz="2100"/>
                        <a:t>146</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marR="0" rtl="0" algn="r">
                        <a:lnSpc>
                          <a:spcPct val="80000"/>
                        </a:lnSpc>
                        <a:spcBef>
                          <a:spcPts val="0"/>
                        </a:spcBef>
                        <a:spcAft>
                          <a:spcPts val="0"/>
                        </a:spcAft>
                        <a:buNone/>
                      </a:pPr>
                      <a:r>
                        <a:rPr lang="en" sz="2100"/>
                        <a:t>65</a:t>
                      </a:r>
                      <a:endParaRPr sz="2100"/>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pic>
        <p:nvPicPr>
          <p:cNvPr id="71" name="Google Shape;71;p13"/>
          <p:cNvPicPr preferRelativeResize="0"/>
          <p:nvPr/>
        </p:nvPicPr>
        <p:blipFill>
          <a:blip r:embed="rId3">
            <a:alphaModFix/>
          </a:blip>
          <a:stretch>
            <a:fillRect/>
          </a:stretch>
        </p:blipFill>
        <p:spPr>
          <a:xfrm>
            <a:off x="695075" y="272831"/>
            <a:ext cx="2710448" cy="2724000"/>
          </a:xfrm>
          <a:prstGeom prst="rect">
            <a:avLst/>
          </a:prstGeom>
          <a:noFill/>
          <a:ln>
            <a:noFill/>
          </a:ln>
        </p:spPr>
      </p:pic>
      <p:sp>
        <p:nvSpPr>
          <p:cNvPr id="72" name="Google Shape;72;p13"/>
          <p:cNvSpPr txBox="1"/>
          <p:nvPr/>
        </p:nvSpPr>
        <p:spPr>
          <a:xfrm>
            <a:off x="11688998" y="3231875"/>
            <a:ext cx="15528000" cy="56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Merriweather"/>
                <a:ea typeface="Merriweather"/>
                <a:cs typeface="Merriweather"/>
                <a:sym typeface="Merriweather"/>
              </a:rPr>
              <a:t>Methodology</a:t>
            </a:r>
            <a:endParaRPr b="1" sz="3600">
              <a:solidFill>
                <a:schemeClr val="dk1"/>
              </a:solidFill>
              <a:latin typeface="Merriweather"/>
              <a:ea typeface="Merriweather"/>
              <a:cs typeface="Merriweather"/>
              <a:sym typeface="Merriweather"/>
            </a:endParaRPr>
          </a:p>
        </p:txBody>
      </p:sp>
      <p:sp>
        <p:nvSpPr>
          <p:cNvPr id="73" name="Google Shape;73;p13"/>
          <p:cNvSpPr txBox="1"/>
          <p:nvPr/>
        </p:nvSpPr>
        <p:spPr>
          <a:xfrm>
            <a:off x="11852741" y="3643204"/>
            <a:ext cx="15212400" cy="91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Times New Roman"/>
                <a:ea typeface="Times New Roman"/>
                <a:cs typeface="Times New Roman"/>
                <a:sym typeface="Times New Roman"/>
              </a:rPr>
              <a:t>STEP 1: </a:t>
            </a:r>
            <a:r>
              <a:rPr lang="en" sz="2400">
                <a:solidFill>
                  <a:schemeClr val="dk1"/>
                </a:solidFill>
                <a:latin typeface="Times New Roman"/>
                <a:ea typeface="Times New Roman"/>
                <a:cs typeface="Times New Roman"/>
                <a:sym typeface="Times New Roman"/>
              </a:rPr>
              <a:t>Check multicollinearity: remove the ‘population’ variable due to the VIF score being 53</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2400">
                <a:solidFill>
                  <a:schemeClr val="dk1"/>
                </a:solidFill>
                <a:latin typeface="Times New Roman"/>
                <a:ea typeface="Times New Roman"/>
                <a:cs typeface="Times New Roman"/>
                <a:sym typeface="Times New Roman"/>
              </a:rPr>
              <a:t>STEP 2: </a:t>
            </a:r>
            <a:r>
              <a:rPr lang="en" sz="2400">
                <a:solidFill>
                  <a:schemeClr val="dk1"/>
                </a:solidFill>
                <a:latin typeface="Times New Roman"/>
                <a:ea typeface="Times New Roman"/>
                <a:cs typeface="Times New Roman"/>
                <a:sym typeface="Times New Roman"/>
              </a:rPr>
              <a:t>Identify the best first order model by comparing multiple metrics, including the 10-fold CV</a:t>
            </a:r>
            <a:endParaRPr sz="2400">
              <a:solidFill>
                <a:schemeClr val="dk1"/>
              </a:solidFill>
              <a:latin typeface="Times New Roman"/>
              <a:ea typeface="Times New Roman"/>
              <a:cs typeface="Times New Roman"/>
              <a:sym typeface="Times New Roman"/>
            </a:endParaRPr>
          </a:p>
        </p:txBody>
      </p:sp>
      <p:sp>
        <p:nvSpPr>
          <p:cNvPr id="74" name="Google Shape;74;p13"/>
          <p:cNvSpPr/>
          <p:nvPr/>
        </p:nvSpPr>
        <p:spPr>
          <a:xfrm>
            <a:off x="11645075" y="14893375"/>
            <a:ext cx="15673200" cy="4253700"/>
          </a:xfrm>
          <a:prstGeom prst="roundRect">
            <a:avLst>
              <a:gd fmla="val 2536"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3"/>
          <p:cNvSpPr txBox="1"/>
          <p:nvPr/>
        </p:nvSpPr>
        <p:spPr>
          <a:xfrm>
            <a:off x="11647100" y="14893375"/>
            <a:ext cx="15638100" cy="62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Merriweather"/>
                <a:ea typeface="Merriweather"/>
                <a:cs typeface="Merriweather"/>
                <a:sym typeface="Merriweather"/>
              </a:rPr>
              <a:t>Results and Model</a:t>
            </a:r>
            <a:endParaRPr b="1" sz="3600">
              <a:solidFill>
                <a:schemeClr val="dk1"/>
              </a:solidFill>
              <a:latin typeface="Merriweather"/>
              <a:ea typeface="Merriweather"/>
              <a:cs typeface="Merriweather"/>
              <a:sym typeface="Merriweather"/>
            </a:endParaRPr>
          </a:p>
        </p:txBody>
      </p:sp>
      <p:sp>
        <p:nvSpPr>
          <p:cNvPr id="76" name="Google Shape;76;p13"/>
          <p:cNvSpPr txBox="1"/>
          <p:nvPr/>
        </p:nvSpPr>
        <p:spPr>
          <a:xfrm>
            <a:off x="11852752" y="8064774"/>
            <a:ext cx="14707800" cy="43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Times New Roman"/>
                <a:ea typeface="Times New Roman"/>
                <a:cs typeface="Times New Roman"/>
                <a:sym typeface="Times New Roman"/>
              </a:rPr>
              <a:t>STEP 3: </a:t>
            </a:r>
            <a:r>
              <a:rPr lang="en" sz="2400">
                <a:solidFill>
                  <a:schemeClr val="dk1"/>
                </a:solidFill>
                <a:latin typeface="Times New Roman"/>
                <a:ea typeface="Times New Roman"/>
                <a:cs typeface="Times New Roman"/>
                <a:sym typeface="Times New Roman"/>
              </a:rPr>
              <a:t>Check the assumptions for the best model, which is the AIC interaction model with outliers removed</a:t>
            </a:r>
            <a:endParaRPr sz="2400">
              <a:solidFill>
                <a:schemeClr val="dk1"/>
              </a:solidFill>
              <a:latin typeface="Times New Roman"/>
              <a:ea typeface="Times New Roman"/>
              <a:cs typeface="Times New Roman"/>
              <a:sym typeface="Times New Roman"/>
            </a:endParaRPr>
          </a:p>
        </p:txBody>
      </p:sp>
      <p:sp>
        <p:nvSpPr>
          <p:cNvPr id="77" name="Google Shape;77;p13"/>
          <p:cNvSpPr txBox="1"/>
          <p:nvPr/>
        </p:nvSpPr>
        <p:spPr>
          <a:xfrm>
            <a:off x="11647100" y="15301825"/>
            <a:ext cx="15638100" cy="46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Based on the observations, the interactive model appears to be the best model for predicting the popularity of a station.</a:t>
            </a:r>
            <a:endParaRPr sz="2400">
              <a:solidFill>
                <a:schemeClr val="dk1"/>
              </a:solidFill>
              <a:latin typeface="Times New Roman"/>
              <a:ea typeface="Times New Roman"/>
              <a:cs typeface="Times New Roman"/>
              <a:sym typeface="Times New Roman"/>
            </a:endParaRPr>
          </a:p>
        </p:txBody>
      </p:sp>
      <p:pic>
        <p:nvPicPr>
          <p:cNvPr id="78" name="Google Shape;78;p13"/>
          <p:cNvPicPr preferRelativeResize="0"/>
          <p:nvPr/>
        </p:nvPicPr>
        <p:blipFill>
          <a:blip r:embed="rId4">
            <a:alphaModFix/>
          </a:blip>
          <a:stretch>
            <a:fillRect/>
          </a:stretch>
        </p:blipFill>
        <p:spPr>
          <a:xfrm>
            <a:off x="231663" y="16558901"/>
            <a:ext cx="11145775" cy="4096888"/>
          </a:xfrm>
          <a:prstGeom prst="rect">
            <a:avLst/>
          </a:prstGeom>
          <a:noFill/>
          <a:ln>
            <a:noFill/>
          </a:ln>
        </p:spPr>
      </p:pic>
      <p:sp>
        <p:nvSpPr>
          <p:cNvPr id="79" name="Google Shape;79;p13"/>
          <p:cNvSpPr txBox="1"/>
          <p:nvPr/>
        </p:nvSpPr>
        <p:spPr>
          <a:xfrm>
            <a:off x="19671200" y="8556425"/>
            <a:ext cx="7545900" cy="372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2100">
                <a:solidFill>
                  <a:schemeClr val="dk1"/>
                </a:solidFill>
                <a:latin typeface="Times New Roman"/>
                <a:ea typeface="Times New Roman"/>
                <a:cs typeface="Times New Roman"/>
                <a:sym typeface="Times New Roman"/>
              </a:rPr>
              <a:t>Figure 2: </a:t>
            </a:r>
            <a:r>
              <a:rPr i="1" lang="en" sz="2100">
                <a:solidFill>
                  <a:schemeClr val="dk1"/>
                </a:solidFill>
                <a:latin typeface="Times New Roman"/>
                <a:ea typeface="Times New Roman"/>
                <a:cs typeface="Times New Roman"/>
                <a:sym typeface="Times New Roman"/>
              </a:rPr>
              <a:t>This is a plot of the AIC interaction model with outliers removed and transformed using the Box-Cox method. This transformation is better as the vertical spread is more stable compared to the one before transformation. The larger cluster observed in the plot corresponds to a higher concentration of observations in Boston, Cambridge, and Somerville. This grouping is expected, given the greater number of data points from these municipalities. Despite this, the residuals appear to be evenly distributed around the zero line across the range of fitted values, suggesting that the model satisfies the constant variance assumption.</a:t>
            </a:r>
            <a:endParaRPr b="1" i="1" sz="2100">
              <a:solidFill>
                <a:schemeClr val="dk1"/>
              </a:solidFill>
              <a:latin typeface="Times New Roman"/>
              <a:ea typeface="Times New Roman"/>
              <a:cs typeface="Times New Roman"/>
              <a:sym typeface="Times New Roman"/>
            </a:endParaRPr>
          </a:p>
        </p:txBody>
      </p:sp>
      <p:graphicFrame>
        <p:nvGraphicFramePr>
          <p:cNvPr id="80" name="Google Shape;80;p13"/>
          <p:cNvGraphicFramePr/>
          <p:nvPr/>
        </p:nvGraphicFramePr>
        <p:xfrm>
          <a:off x="11756338" y="15860838"/>
          <a:ext cx="3000000" cy="3000000"/>
        </p:xfrm>
        <a:graphic>
          <a:graphicData uri="http://schemas.openxmlformats.org/drawingml/2006/table">
            <a:tbl>
              <a:tblPr>
                <a:noFill/>
                <a:tableStyleId>{2240061D-20DE-4661-B9E2-4C5409DDBD90}</a:tableStyleId>
              </a:tblPr>
              <a:tblGrid>
                <a:gridCol w="2974575"/>
                <a:gridCol w="1773300"/>
                <a:gridCol w="3874850"/>
                <a:gridCol w="1833125"/>
                <a:gridCol w="3301100"/>
                <a:gridCol w="1693725"/>
              </a:tblGrid>
              <a:tr h="339125">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Predictor</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Coefficient</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Predictor</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Coefficient</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Predictor</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Coefficient</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7FB7F8"/>
                    </a:solidFill>
                  </a:tcPr>
                </a:tc>
              </a:tr>
              <a:tr h="339125">
                <a:tc>
                  <a:txBody>
                    <a:bodyPr/>
                    <a:lstStyle/>
                    <a:p>
                      <a:pPr indent="0" lvl="0" marL="0" rtl="0" algn="l">
                        <a:lnSpc>
                          <a:spcPct val="80000"/>
                        </a:lnSpc>
                        <a:spcBef>
                          <a:spcPts val="0"/>
                        </a:spcBef>
                        <a:spcAft>
                          <a:spcPts val="0"/>
                        </a:spcAft>
                        <a:buNone/>
                      </a:pPr>
                      <a:r>
                        <a:rPr lang="en" sz="2100">
                          <a:solidFill>
                            <a:schemeClr val="dk1"/>
                          </a:solidFill>
                          <a:latin typeface="Times New Roman"/>
                          <a:ea typeface="Times New Roman"/>
                          <a:cs typeface="Times New Roman"/>
                          <a:sym typeface="Times New Roman"/>
                        </a:rPr>
                        <a:t>Intercept</a:t>
                      </a:r>
                      <a:endParaRPr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5628000</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n_institutions_1km:n_mbta_1km   </a:t>
                      </a:r>
                      <a:endParaRPr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spcBef>
                          <a:spcPts val="0"/>
                        </a:spcBef>
                        <a:spcAft>
                          <a:spcPts val="0"/>
                        </a:spcAft>
                        <a:buNone/>
                      </a:pPr>
                      <a:r>
                        <a:rPr b="1" lang="en" sz="2100">
                          <a:solidFill>
                            <a:schemeClr val="dk1"/>
                          </a:solidFill>
                          <a:latin typeface="Times New Roman"/>
                          <a:ea typeface="Times New Roman"/>
                          <a:cs typeface="Times New Roman"/>
                          <a:sym typeface="Times New Roman"/>
                        </a:rPr>
                        <a:t>0.1646</a:t>
                      </a:r>
                      <a:endParaRPr b="1"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n_institutions_1km:Long       </a:t>
                      </a:r>
                      <a:endParaRPr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spcBef>
                          <a:spcPts val="0"/>
                        </a:spcBef>
                        <a:spcAft>
                          <a:spcPts val="0"/>
                        </a:spcAft>
                        <a:buNone/>
                      </a:pPr>
                      <a:r>
                        <a:rPr b="1" lang="en" sz="2100">
                          <a:solidFill>
                            <a:schemeClr val="dk1"/>
                          </a:solidFill>
                          <a:latin typeface="Times New Roman"/>
                          <a:ea typeface="Times New Roman"/>
                          <a:cs typeface="Times New Roman"/>
                          <a:sym typeface="Times New Roman"/>
                        </a:rPr>
                        <a:t>-54.46</a:t>
                      </a:r>
                      <a:endParaRPr b="1"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r>
              <a:tr h="339125">
                <a:tc>
                  <a:txBody>
                    <a:bodyPr/>
                    <a:lstStyle/>
                    <a:p>
                      <a:pPr indent="0" lvl="0" marL="0" rtl="0" algn="l">
                        <a:lnSpc>
                          <a:spcPct val="80000"/>
                        </a:lnSpc>
                        <a:spcBef>
                          <a:spcPts val="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Longitude</a:t>
                      </a:r>
                      <a:endParaRPr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79180</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lnSpc>
                          <a:spcPct val="80000"/>
                        </a:lnSpc>
                        <a:spcBef>
                          <a:spcPts val="0"/>
                        </a:spcBef>
                        <a:spcAft>
                          <a:spcPts val="0"/>
                        </a:spcAft>
                        <a:buNone/>
                      </a:pPr>
                      <a:r>
                        <a:rPr lang="en" sz="2100">
                          <a:solidFill>
                            <a:schemeClr val="dk1"/>
                          </a:solidFill>
                          <a:latin typeface="Times New Roman"/>
                          <a:ea typeface="Times New Roman"/>
                          <a:cs typeface="Times New Roman"/>
                          <a:sym typeface="Times New Roman"/>
                        </a:rPr>
                        <a:t>n_institutions_1km</a:t>
                      </a:r>
                      <a:endParaRPr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-4055</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lnSpc>
                          <a:spcPct val="80000"/>
                        </a:lnSpc>
                        <a:spcBef>
                          <a:spcPts val="0"/>
                        </a:spcBef>
                        <a:spcAft>
                          <a:spcPts val="0"/>
                        </a:spcAft>
                        <a:buNone/>
                      </a:pPr>
                      <a:r>
                        <a:rPr lang="en" sz="2100">
                          <a:solidFill>
                            <a:schemeClr val="dk1"/>
                          </a:solidFill>
                          <a:latin typeface="Times New Roman"/>
                          <a:ea typeface="Times New Roman"/>
                          <a:cs typeface="Times New Roman"/>
                          <a:sym typeface="Times New Roman"/>
                        </a:rPr>
                        <a:t>avg_TMIN:avg_TMAX   </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 -0.09651</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r>
              <a:tr h="388575">
                <a:tc>
                  <a:txBody>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Lat:membership_total            </a:t>
                      </a:r>
                      <a:endParaRPr sz="2100">
                        <a:latin typeface="Times New Roman"/>
                        <a:ea typeface="Times New Roman"/>
                        <a:cs typeface="Times New Roman"/>
                        <a:sym typeface="Times New Roman"/>
                      </a:endParaRPr>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spcBef>
                          <a:spcPts val="0"/>
                        </a:spcBef>
                        <a:spcAft>
                          <a:spcPts val="0"/>
                        </a:spcAft>
                        <a:buNone/>
                      </a:pPr>
                      <a:r>
                        <a:rPr b="1" lang="en" sz="2100">
                          <a:solidFill>
                            <a:schemeClr val="dk1"/>
                          </a:solidFill>
                          <a:latin typeface="Times New Roman"/>
                          <a:ea typeface="Times New Roman"/>
                          <a:cs typeface="Times New Roman"/>
                          <a:sym typeface="Times New Roman"/>
                        </a:rPr>
                        <a:t>2.868</a:t>
                      </a:r>
                      <a:endParaRPr b="1"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lnSpc>
                          <a:spcPct val="80000"/>
                        </a:lnSpc>
                        <a:spcBef>
                          <a:spcPts val="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Latitude</a:t>
                      </a:r>
                      <a:endParaRPr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-109600</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lnSpc>
                          <a:spcPct val="80000"/>
                        </a:lnSpc>
                        <a:spcBef>
                          <a:spcPts val="0"/>
                        </a:spcBef>
                        <a:spcAft>
                          <a:spcPts val="0"/>
                        </a:spcAft>
                        <a:buNone/>
                      </a:pPr>
                      <a:r>
                        <a:rPr lang="en" sz="2100">
                          <a:latin typeface="Times New Roman"/>
                          <a:ea typeface="Times New Roman"/>
                          <a:cs typeface="Times New Roman"/>
                          <a:sym typeface="Times New Roman"/>
                        </a:rPr>
                        <a:t>Lat:Long    </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lnSpc>
                          <a:spcPct val="80000"/>
                        </a:lnSpc>
                        <a:spcBef>
                          <a:spcPts val="0"/>
                        </a:spcBef>
                        <a:spcAft>
                          <a:spcPts val="0"/>
                        </a:spcAft>
                        <a:buNone/>
                      </a:pPr>
                      <a:r>
                        <a:rPr b="1" lang="en" sz="2100">
                          <a:solidFill>
                            <a:schemeClr val="dk1"/>
                          </a:solidFill>
                          <a:latin typeface="Times New Roman"/>
                          <a:ea typeface="Times New Roman"/>
                          <a:cs typeface="Times New Roman"/>
                          <a:sym typeface="Times New Roman"/>
                        </a:rPr>
                        <a:t>-1537</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r>
              <a:tr h="388575">
                <a:tc>
                  <a:txBody>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Long:membership_total           </a:t>
                      </a:r>
                      <a:endParaRPr sz="2100">
                        <a:latin typeface="Times New Roman"/>
                        <a:ea typeface="Times New Roman"/>
                        <a:cs typeface="Times New Roman"/>
                        <a:sym typeface="Times New Roman"/>
                      </a:endParaRPr>
                    </a:p>
                  </a:txBody>
                  <a:tcPr marT="91425" marB="91425" marR="91425" marL="91425" anchor="ctr">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spcBef>
                          <a:spcPts val="0"/>
                        </a:spcBef>
                        <a:spcAft>
                          <a:spcPts val="0"/>
                        </a:spcAft>
                        <a:buClr>
                          <a:schemeClr val="dk1"/>
                        </a:buClr>
                        <a:buSzPts val="1100"/>
                        <a:buFont typeface="Arial"/>
                        <a:buNone/>
                      </a:pPr>
                      <a:r>
                        <a:rPr b="1" lang="en" sz="2100">
                          <a:solidFill>
                            <a:schemeClr val="dk1"/>
                          </a:solidFill>
                          <a:latin typeface="Times New Roman"/>
                          <a:ea typeface="Times New Roman"/>
                          <a:cs typeface="Times New Roman"/>
                          <a:sym typeface="Times New Roman"/>
                        </a:rPr>
                        <a:t>2.801</a:t>
                      </a:r>
                      <a:endParaRPr b="1"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CBDFFF"/>
                    </a:solidFill>
                  </a:tcPr>
                </a:tc>
                <a:tc>
                  <a:txBody>
                    <a:bodyPr/>
                    <a:lstStyle/>
                    <a:p>
                      <a:pPr indent="0" lvl="0" marL="0" rtl="0" algn="l">
                        <a:spcBef>
                          <a:spcPts val="0"/>
                        </a:spcBef>
                        <a:spcAft>
                          <a:spcPts val="0"/>
                        </a:spcAft>
                        <a:buNone/>
                      </a:pPr>
                      <a:r>
                        <a:rPr lang="en" sz="2100">
                          <a:solidFill>
                            <a:schemeClr val="dk1"/>
                          </a:solidFill>
                          <a:latin typeface="Times New Roman"/>
                          <a:ea typeface="Times New Roman"/>
                          <a:cs typeface="Times New Roman"/>
                          <a:sym typeface="Times New Roman"/>
                        </a:rPr>
                        <a:t>n_mbta_1km:membership_total   </a:t>
                      </a:r>
                      <a:endParaRPr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spcBef>
                          <a:spcPts val="0"/>
                        </a:spcBef>
                        <a:spcAft>
                          <a:spcPts val="0"/>
                        </a:spcAft>
                        <a:buNone/>
                      </a:pPr>
                      <a:r>
                        <a:rPr b="1" lang="en" sz="2100">
                          <a:solidFill>
                            <a:schemeClr val="dk1"/>
                          </a:solidFill>
                          <a:latin typeface="Times New Roman"/>
                          <a:ea typeface="Times New Roman"/>
                          <a:cs typeface="Times New Roman"/>
                          <a:sym typeface="Times New Roman"/>
                        </a:rPr>
                        <a:t> -0.00719</a:t>
                      </a:r>
                      <a:endParaRPr b="1" sz="2100">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spcBef>
                          <a:spcPts val="0"/>
                        </a:spcBef>
                        <a:spcAft>
                          <a:spcPts val="0"/>
                        </a:spcAft>
                        <a:buNone/>
                      </a:pPr>
                      <a:r>
                        <a:rPr lang="en" sz="2100">
                          <a:latin typeface="Times New Roman"/>
                          <a:ea typeface="Times New Roman"/>
                          <a:cs typeface="Times New Roman"/>
                          <a:sym typeface="Times New Roman"/>
                        </a:rPr>
                        <a:t>total_docks:n_mbta_1km    </a:t>
                      </a:r>
                      <a:endParaRPr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c>
                  <a:txBody>
                    <a:bodyPr/>
                    <a:lstStyle/>
                    <a:p>
                      <a:pPr indent="0" lvl="0" marL="0" rtl="0" algn="l">
                        <a:spcBef>
                          <a:spcPts val="0"/>
                        </a:spcBef>
                        <a:spcAft>
                          <a:spcPts val="0"/>
                        </a:spcAft>
                        <a:buNone/>
                      </a:pPr>
                      <a:r>
                        <a:rPr b="1" lang="en" sz="2100">
                          <a:solidFill>
                            <a:schemeClr val="dk1"/>
                          </a:solidFill>
                          <a:latin typeface="Times New Roman"/>
                          <a:ea typeface="Times New Roman"/>
                          <a:cs typeface="Times New Roman"/>
                          <a:sym typeface="Times New Roman"/>
                        </a:rPr>
                        <a:t>-0.03006</a:t>
                      </a:r>
                      <a:endParaRPr b="1" sz="2100">
                        <a:solidFill>
                          <a:schemeClr val="dk1"/>
                        </a:solidFill>
                        <a:latin typeface="Times New Roman"/>
                        <a:ea typeface="Times New Roman"/>
                        <a:cs typeface="Times New Roman"/>
                        <a:sym typeface="Times New Roman"/>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D4D8FF"/>
                    </a:solidFill>
                  </a:tcPr>
                </a:tc>
              </a:tr>
            </a:tbl>
          </a:graphicData>
        </a:graphic>
      </p:graphicFrame>
      <p:sp>
        <p:nvSpPr>
          <p:cNvPr id="81" name="Google Shape;81;p13"/>
          <p:cNvSpPr txBox="1"/>
          <p:nvPr/>
        </p:nvSpPr>
        <p:spPr>
          <a:xfrm>
            <a:off x="11819875" y="12429188"/>
            <a:ext cx="15528000" cy="79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Times New Roman"/>
                <a:ea typeface="Times New Roman"/>
                <a:cs typeface="Times New Roman"/>
                <a:sym typeface="Times New Roman"/>
              </a:rPr>
              <a:t>STEP 4: </a:t>
            </a:r>
            <a:r>
              <a:rPr lang="en" sz="2400">
                <a:solidFill>
                  <a:schemeClr val="dk1"/>
                </a:solidFill>
                <a:latin typeface="Times New Roman"/>
                <a:ea typeface="Times New Roman"/>
                <a:cs typeface="Times New Roman"/>
                <a:sym typeface="Times New Roman"/>
              </a:rPr>
              <a:t>Conduct a partial F test to compare the AIC interaction model with the first-order BIC model (these two models are nested) to determine if the interaction terms are necessary.</a:t>
            </a:r>
            <a:endParaRPr sz="2400">
              <a:solidFill>
                <a:schemeClr val="dk1"/>
              </a:solidFill>
              <a:latin typeface="Times New Roman"/>
              <a:ea typeface="Times New Roman"/>
              <a:cs typeface="Times New Roman"/>
              <a:sym typeface="Times New Roman"/>
            </a:endParaRPr>
          </a:p>
        </p:txBody>
      </p:sp>
      <p:sp>
        <p:nvSpPr>
          <p:cNvPr id="82" name="Google Shape;82;p13"/>
          <p:cNvSpPr txBox="1"/>
          <p:nvPr/>
        </p:nvSpPr>
        <p:spPr>
          <a:xfrm>
            <a:off x="11810400" y="18339151"/>
            <a:ext cx="15212400" cy="64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2200">
                <a:solidFill>
                  <a:schemeClr val="dk1"/>
                </a:solidFill>
                <a:latin typeface="Times New Roman"/>
                <a:ea typeface="Times New Roman"/>
                <a:cs typeface="Times New Roman"/>
                <a:sym typeface="Times New Roman"/>
              </a:rPr>
              <a:t>Table 3:</a:t>
            </a:r>
            <a:r>
              <a:rPr i="1" lang="en" sz="2200">
                <a:solidFill>
                  <a:schemeClr val="dk1"/>
                </a:solidFill>
                <a:latin typeface="Times New Roman"/>
                <a:ea typeface="Times New Roman"/>
                <a:cs typeface="Times New Roman"/>
                <a:sym typeface="Times New Roman"/>
              </a:rPr>
              <a:t> Table of my final model’s predictors and coefficients (only included the predictors with the most significant p-value)</a:t>
            </a:r>
            <a:endParaRPr i="1" sz="2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i="1" lang="en" sz="2200">
                <a:solidFill>
                  <a:schemeClr val="dk1"/>
                </a:solidFill>
                <a:latin typeface="Times New Roman"/>
                <a:ea typeface="Times New Roman"/>
                <a:cs typeface="Times New Roman"/>
                <a:sym typeface="Times New Roman"/>
              </a:rPr>
              <a:t>Positive coefficients are highlighted in blue, and negative coefficients are highlighted. </a:t>
            </a:r>
            <a:endParaRPr i="1" sz="2200">
              <a:solidFill>
                <a:schemeClr val="dk1"/>
              </a:solidFill>
              <a:latin typeface="Times New Roman"/>
              <a:ea typeface="Times New Roman"/>
              <a:cs typeface="Times New Roman"/>
              <a:sym typeface="Times New Roman"/>
            </a:endParaRPr>
          </a:p>
        </p:txBody>
      </p:sp>
      <p:sp>
        <p:nvSpPr>
          <p:cNvPr id="83" name="Google Shape;83;p13"/>
          <p:cNvSpPr txBox="1"/>
          <p:nvPr/>
        </p:nvSpPr>
        <p:spPr>
          <a:xfrm>
            <a:off x="19339150" y="13256054"/>
            <a:ext cx="7872000" cy="132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 sz="2100">
                <a:solidFill>
                  <a:schemeClr val="dk1"/>
                </a:solidFill>
                <a:latin typeface="Times New Roman"/>
                <a:ea typeface="Times New Roman"/>
                <a:cs typeface="Times New Roman"/>
                <a:sym typeface="Times New Roman"/>
              </a:rPr>
              <a:t>Table 2: </a:t>
            </a:r>
            <a:r>
              <a:rPr i="1" lang="en" sz="2100">
                <a:solidFill>
                  <a:schemeClr val="dk1"/>
                </a:solidFill>
                <a:latin typeface="Times New Roman"/>
                <a:ea typeface="Times New Roman"/>
                <a:cs typeface="Times New Roman"/>
                <a:sym typeface="Times New Roman"/>
              </a:rPr>
              <a:t>This is the table of the anova result of the first order BIC model and the AIC interaction model. From this table, we can calculate the partial F-stat, which is 41.0832, which ends up having the p value of 0. </a:t>
            </a:r>
            <a:endParaRPr i="1" sz="2100">
              <a:solidFill>
                <a:schemeClr val="dk1"/>
              </a:solidFill>
              <a:latin typeface="Times New Roman"/>
              <a:ea typeface="Times New Roman"/>
              <a:cs typeface="Times New Roman"/>
              <a:sym typeface="Times New Roman"/>
            </a:endParaRPr>
          </a:p>
        </p:txBody>
      </p:sp>
      <p:pic>
        <p:nvPicPr>
          <p:cNvPr id="84" name="Google Shape;84;p13"/>
          <p:cNvPicPr preferRelativeResize="0"/>
          <p:nvPr/>
        </p:nvPicPr>
        <p:blipFill>
          <a:blip r:embed="rId5">
            <a:alphaModFix/>
          </a:blip>
          <a:stretch>
            <a:fillRect/>
          </a:stretch>
        </p:blipFill>
        <p:spPr>
          <a:xfrm>
            <a:off x="11857850" y="13280832"/>
            <a:ext cx="7338213" cy="1326300"/>
          </a:xfrm>
          <a:prstGeom prst="rect">
            <a:avLst/>
          </a:prstGeom>
          <a:noFill/>
          <a:ln>
            <a:noFill/>
          </a:ln>
        </p:spPr>
      </p:pic>
      <p:pic>
        <p:nvPicPr>
          <p:cNvPr id="85" name="Google Shape;85;p13"/>
          <p:cNvPicPr preferRelativeResize="0"/>
          <p:nvPr/>
        </p:nvPicPr>
        <p:blipFill>
          <a:blip r:embed="rId6">
            <a:alphaModFix/>
          </a:blip>
          <a:stretch>
            <a:fillRect/>
          </a:stretch>
        </p:blipFill>
        <p:spPr>
          <a:xfrm>
            <a:off x="11857850" y="8529536"/>
            <a:ext cx="7706776" cy="387428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